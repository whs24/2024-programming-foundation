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37"/>
  </p:handout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4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7103745" cy="10234295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tags" Target="tags/tag439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25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3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image" Target="file:///C:\Users\1V994W2\PycharmProjects\PPT_Background_Generation/pic_temp/pic_half_lef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53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62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7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2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81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5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3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3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8"/>
            </p:custDataLst>
          </p:nvPr>
        </p:nvSpPr>
        <p:spPr>
          <a:xfrm>
            <a:off x="5824998" y="4349844"/>
            <a:ext cx="1910715" cy="408940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9"/>
            </p:custDataLst>
          </p:nvPr>
        </p:nvSpPr>
        <p:spPr>
          <a:xfrm>
            <a:off x="5824998" y="4824823"/>
            <a:ext cx="1910715" cy="408940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0"/>
            </p:custDataLst>
          </p:nvPr>
        </p:nvSpPr>
        <p:spPr>
          <a:xfrm>
            <a:off x="5848493" y="2423890"/>
            <a:ext cx="482536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1"/>
            </p:custDataLst>
          </p:nvPr>
        </p:nvSpPr>
        <p:spPr>
          <a:xfrm>
            <a:off x="5848492" y="3599274"/>
            <a:ext cx="4826000" cy="37020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88767"/>
            <a:chOff x="0" y="0"/>
            <a:chExt cx="12192000" cy="588767"/>
          </a:xfrm>
        </p:grpSpPr>
        <p:pic>
          <p:nvPicPr>
            <p:cNvPr id="8" name="图片 7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20090" cy="588767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1910" y="0"/>
              <a:ext cx="720090" cy="51518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0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4131946" y="2702560"/>
            <a:ext cx="5767705" cy="83566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4800"/>
              <a:buFont typeface="Arial" panose="020B0604020202020204" pitchFamily="34" charset="0"/>
              <a:buNone/>
              <a:defRPr sz="4800" b="0" spc="5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4131946" y="3741421"/>
            <a:ext cx="5767705" cy="32194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88767"/>
            <a:chOff x="0" y="0"/>
            <a:chExt cx="12192000" cy="588767"/>
          </a:xfrm>
        </p:grpSpPr>
        <p:pic>
          <p:nvPicPr>
            <p:cNvPr id="9" name="图片 8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20090" cy="588767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1910" y="0"/>
              <a:ext cx="720090" cy="51518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88767"/>
            <a:chOff x="0" y="0"/>
            <a:chExt cx="12192000" cy="588767"/>
          </a:xfrm>
        </p:grpSpPr>
        <p:pic>
          <p:nvPicPr>
            <p:cNvPr id="11" name="图片 10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20090" cy="588767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1910" y="0"/>
              <a:ext cx="720090" cy="51518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2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3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00"/>
            <a:ext cx="3612445" cy="4064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0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88767"/>
            <a:chOff x="0" y="0"/>
            <a:chExt cx="12192000" cy="588767"/>
          </a:xfrm>
        </p:grpSpPr>
        <p:pic>
          <p:nvPicPr>
            <p:cNvPr id="9" name="图片 8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20090" cy="588767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1910" y="0"/>
              <a:ext cx="720090" cy="51518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0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1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88767"/>
            <a:chOff x="0" y="0"/>
            <a:chExt cx="12192000" cy="588767"/>
          </a:xfrm>
        </p:grpSpPr>
        <p:pic>
          <p:nvPicPr>
            <p:cNvPr id="8" name="图片 7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20090" cy="588767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1910" y="0"/>
              <a:ext cx="720090" cy="515186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9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0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588767"/>
            <a:chOff x="0" y="0"/>
            <a:chExt cx="12192000" cy="588767"/>
          </a:xfrm>
        </p:grpSpPr>
        <p:pic>
          <p:nvPicPr>
            <p:cNvPr id="8" name="图片 7"/>
            <p:cNvPicPr/>
            <p:nvPr userDrawn="1">
              <p:custDataLst>
                <p:tags r:id="rId3"/>
              </p:custDataLst>
            </p:nvPr>
          </p:nvPicPr>
          <p:blipFill>
            <a:blip r:embed="rId4" r:link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20090" cy="588767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 userDrawn="1">
              <p:custDataLst>
                <p:tags r:id="rId6"/>
              </p:custDataLst>
            </p:nvPr>
          </p:nvPicPr>
          <p:blipFill>
            <a:blip r:embed="rId7" r:link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1910" y="0"/>
              <a:ext cx="720090" cy="515186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6730982" y="4287202"/>
            <a:ext cx="4572036" cy="370205"/>
          </a:xfrm>
        </p:spPr>
        <p:txBody>
          <a:bodyPr vert="horz" wrap="square" lIns="0" tIns="0" rIns="0" bIns="0" anchor="t" anchorCtr="0">
            <a:normAutofit/>
          </a:bodyPr>
          <a:lstStyle>
            <a:lvl1pPr marL="457200" marR="0" indent="-457200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6730982" y="2910522"/>
            <a:ext cx="4572036" cy="117221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8876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269355"/>
            <a:ext cx="720090" cy="588645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3015"/>
            <a:ext cx="720090" cy="514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480" y="5533390"/>
            <a:ext cx="1619885" cy="132461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99125"/>
            <a:ext cx="1619885" cy="1158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5" Type="http://schemas.openxmlformats.org/officeDocument/2006/relationships/theme" Target="../theme/theme2.xml"/><Relationship Id="rId24" Type="http://schemas.openxmlformats.org/officeDocument/2006/relationships/tags" Target="../tags/tag145.xml"/><Relationship Id="rId23" Type="http://schemas.openxmlformats.org/officeDocument/2006/relationships/tags" Target="../tags/tag144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40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153.xml"/><Relationship Id="rId3" Type="http://schemas.openxmlformats.org/officeDocument/2006/relationships/image" Target="file:///C:\Users\1V994W2\PycharmProjects\PPT_Background_Generation/pic_temp/0_pic_quater_right_down.png" TargetMode="Externa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7.xml"/><Relationship Id="rId24" Type="http://schemas.openxmlformats.org/officeDocument/2006/relationships/tags" Target="../tags/tag171.xml"/><Relationship Id="rId23" Type="http://schemas.openxmlformats.org/officeDocument/2006/relationships/tags" Target="../tags/tag170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image" Target="../media/image2.png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5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173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7.xml"/><Relationship Id="rId11" Type="http://schemas.openxmlformats.org/officeDocument/2006/relationships/tags" Target="../tags/tag177.xml"/><Relationship Id="rId10" Type="http://schemas.openxmlformats.org/officeDocument/2006/relationships/image" Target="../media/image6.png"/><Relationship Id="rId1" Type="http://schemas.openxmlformats.org/officeDocument/2006/relationships/tags" Target="../tags/tag17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184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188.xml"/><Relationship Id="rId1" Type="http://schemas.openxmlformats.org/officeDocument/2006/relationships/tags" Target="../tags/tag18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195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image" Target="../media/image7.png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04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image" Target="../media/image8.png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20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13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219.xml"/><Relationship Id="rId12" Type="http://schemas.openxmlformats.org/officeDocument/2006/relationships/image" Target="../media/image9.png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21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231.xml"/><Relationship Id="rId16" Type="http://schemas.openxmlformats.org/officeDocument/2006/relationships/image" Target="../media/image10.png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2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33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7.xml"/><Relationship Id="rId18" Type="http://schemas.openxmlformats.org/officeDocument/2006/relationships/tags" Target="../tags/tag244.xml"/><Relationship Id="rId17" Type="http://schemas.openxmlformats.org/officeDocument/2006/relationships/image" Target="../media/image11.png"/><Relationship Id="rId16" Type="http://schemas.openxmlformats.org/officeDocument/2006/relationships/tags" Target="../tags/tag243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tags" Target="../tags/tag240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3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46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image" Target="../media/image12.png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tags" Target="../tags/tag24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55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image" Target="../media/image13.png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tags" Target="../tags/tag25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64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image" Target="../media/image14.png"/><Relationship Id="rId10" Type="http://schemas.openxmlformats.org/officeDocument/2006/relationships/tags" Target="../tags/tag268.xml"/><Relationship Id="rId1" Type="http://schemas.openxmlformats.org/officeDocument/2006/relationships/tags" Target="../tags/tag26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72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79.xml"/><Relationship Id="rId13" Type="http://schemas.openxmlformats.org/officeDocument/2006/relationships/tags" Target="../tags/tag278.xml"/><Relationship Id="rId12" Type="http://schemas.openxmlformats.org/officeDocument/2006/relationships/image" Target="../media/image15.png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tags" Target="../tags/tag27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81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image" Target="../media/image16.png"/><Relationship Id="rId10" Type="http://schemas.openxmlformats.org/officeDocument/2006/relationships/tags" Target="../tags/tag285.xml"/><Relationship Id="rId1" Type="http://schemas.openxmlformats.org/officeDocument/2006/relationships/tags" Target="../tags/tag28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2" Type="http://schemas.openxmlformats.org/officeDocument/2006/relationships/slideLayout" Target="../slideLayouts/slideLayout17.xml"/><Relationship Id="rId41" Type="http://schemas.openxmlformats.org/officeDocument/2006/relationships/tags" Target="../tags/tag324.xml"/><Relationship Id="rId40" Type="http://schemas.openxmlformats.org/officeDocument/2006/relationships/tags" Target="../tags/tag323.xml"/><Relationship Id="rId4" Type="http://schemas.openxmlformats.org/officeDocument/2006/relationships/tags" Target="../tags/tag289.xml"/><Relationship Id="rId39" Type="http://schemas.openxmlformats.org/officeDocument/2006/relationships/tags" Target="../tags/tag322.xml"/><Relationship Id="rId38" Type="http://schemas.openxmlformats.org/officeDocument/2006/relationships/tags" Target="../tags/tag321.xml"/><Relationship Id="rId37" Type="http://schemas.openxmlformats.org/officeDocument/2006/relationships/tags" Target="../tags/tag320.xml"/><Relationship Id="rId36" Type="http://schemas.openxmlformats.org/officeDocument/2006/relationships/tags" Target="../tags/tag319.xml"/><Relationship Id="rId35" Type="http://schemas.openxmlformats.org/officeDocument/2006/relationships/tags" Target="../tags/tag318.xml"/><Relationship Id="rId34" Type="http://schemas.openxmlformats.org/officeDocument/2006/relationships/tags" Target="../tags/tag317.xml"/><Relationship Id="rId33" Type="http://schemas.openxmlformats.org/officeDocument/2006/relationships/tags" Target="../tags/tag316.xml"/><Relationship Id="rId32" Type="http://schemas.openxmlformats.org/officeDocument/2006/relationships/tags" Target="../tags/tag315.xml"/><Relationship Id="rId31" Type="http://schemas.openxmlformats.org/officeDocument/2006/relationships/tags" Target="../tags/tag314.xml"/><Relationship Id="rId30" Type="http://schemas.openxmlformats.org/officeDocument/2006/relationships/tags" Target="../tags/tag313.xml"/><Relationship Id="rId3" Type="http://schemas.openxmlformats.org/officeDocument/2006/relationships/image" Target="file:///C:\Users\1V994W2\PycharmProjects\PPT_Background_Generation/pic_temp/0_pic_quater_right_down.png" TargetMode="External"/><Relationship Id="rId29" Type="http://schemas.openxmlformats.org/officeDocument/2006/relationships/tags" Target="../tags/tag312.xml"/><Relationship Id="rId28" Type="http://schemas.openxmlformats.org/officeDocument/2006/relationships/tags" Target="../tags/tag311.xml"/><Relationship Id="rId27" Type="http://schemas.openxmlformats.org/officeDocument/2006/relationships/tags" Target="../tags/tag310.xml"/><Relationship Id="rId26" Type="http://schemas.openxmlformats.org/officeDocument/2006/relationships/tags" Target="../tags/tag309.xml"/><Relationship Id="rId25" Type="http://schemas.openxmlformats.org/officeDocument/2006/relationships/tags" Target="../tags/tag308.xml"/><Relationship Id="rId24" Type="http://schemas.openxmlformats.org/officeDocument/2006/relationships/tags" Target="../tags/tag307.xml"/><Relationship Id="rId23" Type="http://schemas.openxmlformats.org/officeDocument/2006/relationships/tags" Target="../tags/tag306.xml"/><Relationship Id="rId22" Type="http://schemas.openxmlformats.org/officeDocument/2006/relationships/tags" Target="../tags/tag305.xml"/><Relationship Id="rId21" Type="http://schemas.openxmlformats.org/officeDocument/2006/relationships/tags" Target="../tags/tag304.xml"/><Relationship Id="rId20" Type="http://schemas.openxmlformats.org/officeDocument/2006/relationships/tags" Target="../tags/tag303.xml"/><Relationship Id="rId2" Type="http://schemas.openxmlformats.org/officeDocument/2006/relationships/image" Target="../media/image2.png"/><Relationship Id="rId19" Type="http://schemas.openxmlformats.org/officeDocument/2006/relationships/tags" Target="../tags/tag302.xml"/><Relationship Id="rId18" Type="http://schemas.openxmlformats.org/officeDocument/2006/relationships/tags" Target="../tags/tag301.xml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tags" Target="../tags/tag28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31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336.xml"/><Relationship Id="rId11" Type="http://schemas.openxmlformats.org/officeDocument/2006/relationships/image" Target="../media/image17.png"/><Relationship Id="rId10" Type="http://schemas.openxmlformats.org/officeDocument/2006/relationships/tags" Target="../tags/tag335.xml"/><Relationship Id="rId1" Type="http://schemas.openxmlformats.org/officeDocument/2006/relationships/tags" Target="../tags/tag33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38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image" Target="../media/image18.png"/><Relationship Id="rId1" Type="http://schemas.openxmlformats.org/officeDocument/2006/relationships/tags" Target="../tags/tag33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45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7.xml"/><Relationship Id="rId15" Type="http://schemas.openxmlformats.org/officeDocument/2006/relationships/tags" Target="../tags/tag354.xml"/><Relationship Id="rId14" Type="http://schemas.openxmlformats.org/officeDocument/2006/relationships/tags" Target="../tags/tag353.xml"/><Relationship Id="rId13" Type="http://schemas.openxmlformats.org/officeDocument/2006/relationships/tags" Target="../tags/tag352.xml"/><Relationship Id="rId12" Type="http://schemas.openxmlformats.org/officeDocument/2006/relationships/tags" Target="../tags/tag351.xml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tags" Target="../tags/tag34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56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360.xml"/><Relationship Id="rId1" Type="http://schemas.openxmlformats.org/officeDocument/2006/relationships/tags" Target="../tags/tag35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62.xml"/><Relationship Id="rId3" Type="http://schemas.openxmlformats.org/officeDocument/2006/relationships/image" Target="file:///C:\Users\1V994W2\PycharmProjects\PPT_Background_Generation/pic_temp/0_pic_quater_right_down.png" TargetMode="External"/><Relationship Id="rId23" Type="http://schemas.openxmlformats.org/officeDocument/2006/relationships/slideLayout" Target="../slideLayouts/slideLayout17.xml"/><Relationship Id="rId22" Type="http://schemas.openxmlformats.org/officeDocument/2006/relationships/tags" Target="../tags/tag378.xml"/><Relationship Id="rId21" Type="http://schemas.openxmlformats.org/officeDocument/2006/relationships/tags" Target="../tags/tag377.xml"/><Relationship Id="rId20" Type="http://schemas.openxmlformats.org/officeDocument/2006/relationships/tags" Target="../tags/tag376.xml"/><Relationship Id="rId2" Type="http://schemas.openxmlformats.org/officeDocument/2006/relationships/image" Target="../media/image2.png"/><Relationship Id="rId19" Type="http://schemas.openxmlformats.org/officeDocument/2006/relationships/tags" Target="../tags/tag375.xml"/><Relationship Id="rId18" Type="http://schemas.openxmlformats.org/officeDocument/2006/relationships/tags" Target="../tags/tag374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tags" Target="../tags/tag371.xml"/><Relationship Id="rId14" Type="http://schemas.openxmlformats.org/officeDocument/2006/relationships/tags" Target="../tags/tag370.xml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tags" Target="../tags/tag361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" Type="http://schemas.openxmlformats.org/officeDocument/2006/relationships/tags" Target="../tags/tag37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85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7.xml"/><Relationship Id="rId15" Type="http://schemas.openxmlformats.org/officeDocument/2006/relationships/tags" Target="../tags/tag394.xml"/><Relationship Id="rId14" Type="http://schemas.openxmlformats.org/officeDocument/2006/relationships/tags" Target="../tags/tag393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tags" Target="../tags/tag38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tags" Target="../tags/tag397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396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7.xml"/><Relationship Id="rId15" Type="http://schemas.openxmlformats.org/officeDocument/2006/relationships/tags" Target="../tags/tag405.xml"/><Relationship Id="rId14" Type="http://schemas.openxmlformats.org/officeDocument/2006/relationships/tags" Target="../tags/tag404.xml"/><Relationship Id="rId13" Type="http://schemas.openxmlformats.org/officeDocument/2006/relationships/tags" Target="../tags/tag403.xml"/><Relationship Id="rId12" Type="http://schemas.openxmlformats.org/officeDocument/2006/relationships/tags" Target="../tags/tag402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tags" Target="../tags/tag39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10.xml"/><Relationship Id="rId8" Type="http://schemas.openxmlformats.org/officeDocument/2006/relationships/tags" Target="../tags/tag409.xml"/><Relationship Id="rId7" Type="http://schemas.openxmlformats.org/officeDocument/2006/relationships/tags" Target="../tags/tag408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407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411.xml"/><Relationship Id="rId1" Type="http://schemas.openxmlformats.org/officeDocument/2006/relationships/tags" Target="../tags/tag40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413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417.xml"/><Relationship Id="rId1" Type="http://schemas.openxmlformats.org/officeDocument/2006/relationships/tags" Target="../tags/tag41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419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423.xml"/><Relationship Id="rId1" Type="http://schemas.openxmlformats.org/officeDocument/2006/relationships/tags" Target="../tags/tag418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" Type="http://schemas.openxmlformats.org/officeDocument/2006/relationships/tags" Target="../tags/tag42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430.xml"/><Relationship Id="rId3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434.xml"/><Relationship Id="rId1" Type="http://schemas.openxmlformats.org/officeDocument/2006/relationships/tags" Target="../tags/tag429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1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tags" Target="../tags/tag4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>
            <p:custDataLst>
              <p:tags r:id="rId1"/>
            </p:custDataLst>
          </p:nvPr>
        </p:nvCxnSpPr>
        <p:spPr>
          <a:xfrm>
            <a:off x="5824998" y="4112228"/>
            <a:ext cx="476504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5"/>
          <p:cNvSpPr txBox="1"/>
          <p:nvPr>
            <p:custDataLst>
              <p:tags r:id="rId2"/>
            </p:custDataLst>
          </p:nvPr>
        </p:nvSpPr>
        <p:spPr>
          <a:xfrm>
            <a:off x="5848492" y="1615916"/>
            <a:ext cx="1725930" cy="736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en-US" altLang="zh-CN" sz="4400" b="1" spc="200" dirty="0">
              <a:solidFill>
                <a:schemeClr val="accent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>
                <a:solidFill>
                  <a:schemeClr val="dk1"/>
                </a:solidFill>
              </a:rPr>
              <a:t> </a:t>
            </a:r>
            <a:r>
              <a:rPr lang="zh-CN" altLang="en-US">
                <a:solidFill>
                  <a:schemeClr val="dk1"/>
                </a:solidFill>
              </a:rPr>
              <a:t>王瀚森</a:t>
            </a:r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>
                <a:solidFill>
                  <a:schemeClr val="dk1"/>
                </a:solidFill>
              </a:rPr>
              <a:t>2024013325</a:t>
            </a:r>
            <a:endParaRPr lang="en-US" altLang="zh-CN">
              <a:solidFill>
                <a:schemeClr val="dk1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 idx="14"/>
            <p:custDataLst>
              <p:tags r:id="rId5"/>
            </p:custDataLst>
          </p:nvPr>
        </p:nvSpPr>
        <p:spPr>
          <a:xfrm>
            <a:off x="5848350" y="2423795"/>
            <a:ext cx="5314315" cy="97091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ym typeface="+mn-ea"/>
              </a:rPr>
              <a:t>《程序设计基础</a:t>
            </a:r>
            <a:r>
              <a:rPr lang="en-US" altLang="zh-CN" dirty="0">
                <a:sym typeface="+mn-ea"/>
              </a:rPr>
              <a:t>》</a:t>
            </a:r>
            <a:r>
              <a:rPr lang="zh-CN" altLang="en-US" dirty="0">
                <a:sym typeface="+mn-ea"/>
              </a:rPr>
              <a:t>大作业游戏介绍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0" y="0"/>
            <a:ext cx="12192635" cy="110871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25" name="文本框 224"/>
          <p:cNvSpPr txBox="1"/>
          <p:nvPr>
            <p:custDataLst>
              <p:tags r:id="rId8"/>
            </p:custDataLst>
          </p:nvPr>
        </p:nvSpPr>
        <p:spPr>
          <a:xfrm>
            <a:off x="3475355" y="2315210"/>
            <a:ext cx="3240000" cy="6007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游戏介绍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22" name="文本框 221"/>
          <p:cNvSpPr txBox="1"/>
          <p:nvPr>
            <p:custDataLst>
              <p:tags r:id="rId9"/>
            </p:custDataLst>
          </p:nvPr>
        </p:nvSpPr>
        <p:spPr>
          <a:xfrm>
            <a:off x="3478855" y="1397728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4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0"/>
            </p:custDataLst>
          </p:nvPr>
        </p:nvCxnSpPr>
        <p:spPr>
          <a:xfrm rot="10800000">
            <a:off x="3602680" y="2148298"/>
            <a:ext cx="1080135" cy="635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3476625" y="4053205"/>
            <a:ext cx="3240000" cy="62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游戏设计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8" name="文本框 117"/>
          <p:cNvSpPr txBox="1"/>
          <p:nvPr>
            <p:custDataLst>
              <p:tags r:id="rId12"/>
            </p:custDataLst>
          </p:nvPr>
        </p:nvSpPr>
        <p:spPr>
          <a:xfrm>
            <a:off x="3486475" y="3145621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en-US" altLang="zh-CN" sz="4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4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19" name="直接连接符 118"/>
          <p:cNvCxnSpPr/>
          <p:nvPr>
            <p:custDataLst>
              <p:tags r:id="rId13"/>
            </p:custDataLst>
          </p:nvPr>
        </p:nvCxnSpPr>
        <p:spPr>
          <a:xfrm rot="10800000">
            <a:off x="3610300" y="3889206"/>
            <a:ext cx="1080135" cy="635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>
            <p:custDataLst>
              <p:tags r:id="rId14"/>
            </p:custDataLst>
          </p:nvPr>
        </p:nvSpPr>
        <p:spPr>
          <a:xfrm>
            <a:off x="7604125" y="2315210"/>
            <a:ext cx="3240000" cy="6007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总结与感悟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6" name="文本框 125"/>
          <p:cNvSpPr txBox="1"/>
          <p:nvPr>
            <p:custDataLst>
              <p:tags r:id="rId15"/>
            </p:custDataLst>
          </p:nvPr>
        </p:nvSpPr>
        <p:spPr>
          <a:xfrm>
            <a:off x="7607625" y="1407253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zh-CN" sz="4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27" name="直接连接符 126"/>
          <p:cNvCxnSpPr/>
          <p:nvPr>
            <p:custDataLst>
              <p:tags r:id="rId16"/>
            </p:custDataLst>
          </p:nvPr>
        </p:nvCxnSpPr>
        <p:spPr>
          <a:xfrm rot="10800000">
            <a:off x="7731450" y="2148298"/>
            <a:ext cx="1080135" cy="635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/>
          <p:cNvSpPr txBox="1"/>
          <p:nvPr>
            <p:custDataLst>
              <p:tags r:id="rId17"/>
            </p:custDataLst>
          </p:nvPr>
        </p:nvSpPr>
        <p:spPr>
          <a:xfrm>
            <a:off x="7605395" y="4046220"/>
            <a:ext cx="3240000" cy="62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参考资料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0" name="文本框 129"/>
          <p:cNvSpPr txBox="1"/>
          <p:nvPr>
            <p:custDataLst>
              <p:tags r:id="rId18"/>
            </p:custDataLst>
          </p:nvPr>
        </p:nvSpPr>
        <p:spPr>
          <a:xfrm>
            <a:off x="7615245" y="3138636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05</a:t>
            </a:r>
            <a:endParaRPr lang="en-US" altLang="zh-CN" sz="4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31" name="直接连接符 130"/>
          <p:cNvCxnSpPr/>
          <p:nvPr>
            <p:custDataLst>
              <p:tags r:id="rId19"/>
            </p:custDataLst>
          </p:nvPr>
        </p:nvCxnSpPr>
        <p:spPr>
          <a:xfrm rot="10800000">
            <a:off x="7739070" y="3889206"/>
            <a:ext cx="1080135" cy="635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20"/>
            </p:custDataLst>
          </p:nvPr>
        </p:nvSpPr>
        <p:spPr>
          <a:xfrm>
            <a:off x="3511550" y="5784215"/>
            <a:ext cx="3240000" cy="62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  <a:spcAft>
                <a:spcPts val="2000"/>
              </a:spcAft>
            </a:pPr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游戏实现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1"/>
            </p:custDataLst>
          </p:nvPr>
        </p:nvSpPr>
        <p:spPr>
          <a:xfrm>
            <a:off x="3521400" y="4876631"/>
            <a:ext cx="815340" cy="76835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en-US" altLang="zh-CN" sz="4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4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22"/>
            </p:custDataLst>
          </p:nvPr>
        </p:nvCxnSpPr>
        <p:spPr>
          <a:xfrm rot="10800000">
            <a:off x="3645225" y="5620216"/>
            <a:ext cx="1080135" cy="635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755650" y="696595"/>
            <a:ext cx="1880235" cy="695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/>
            <a:r>
              <a:rPr lang="zh-CN" altLang="en-US" sz="3200" b="1" spc="800" dirty="0">
                <a:ln>
                  <a:noFill/>
                </a:ln>
                <a:solidFill>
                  <a:schemeClr val="lt1"/>
                </a:solidFill>
                <a:uFillTx/>
                <a:latin typeface="汉仪旗黑-85S" panose="00020600040101010101" charset="-128"/>
                <a:ea typeface="汉仪旗黑-85S" panose="00020600040101010101" charset="-128"/>
                <a:cs typeface="+mj-lt"/>
                <a:sym typeface="Arial" panose="020B0604020202020204" pitchFamily="34" charset="0"/>
              </a:rPr>
              <a:t>目录</a:t>
            </a:r>
            <a:endParaRPr lang="zh-CN" altLang="en-US" sz="3200" b="1" spc="800" dirty="0">
              <a:ln>
                <a:noFill/>
              </a:ln>
              <a:solidFill>
                <a:schemeClr val="lt1"/>
              </a:solidFill>
              <a:uFillTx/>
              <a:latin typeface="汉仪旗黑-85S" panose="00020600040101010101" charset="-128"/>
              <a:ea typeface="汉仪旗黑-85S" panose="00020600040101010101" charset="-128"/>
              <a:cs typeface="+mj-lt"/>
              <a:sym typeface="Arial" panose="020B0604020202020204" pitchFamily="34" charset="0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3" name="图片 2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6" name="直接连接符 5"/>
          <p:cNvCxnSpPr/>
          <p:nvPr>
            <p:custDataLst>
              <p:tags r:id="rId7"/>
            </p:custDataLst>
          </p:nvPr>
        </p:nvCxnSpPr>
        <p:spPr>
          <a:xfrm>
            <a:off x="457204" y="304802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itle 6"/>
          <p:cNvSpPr txBox="1"/>
          <p:nvPr>
            <p:custDataLst>
              <p:tags r:id="rId8"/>
            </p:custDataLst>
          </p:nvPr>
        </p:nvSpPr>
        <p:spPr>
          <a:xfrm>
            <a:off x="3722505" y="-937272"/>
            <a:ext cx="6425930" cy="324233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[RE0：从零开始的“三好学生”之旅]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102485" y="1167765"/>
            <a:ext cx="7459980" cy="52876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82825" y="2898775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01</a:t>
            </a:r>
            <a:endParaRPr lang="en-US" altLang="zh-CN" sz="6600" b="1" spc="2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82825" y="2627630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PART ONE</a:t>
            </a:r>
            <a:endParaRPr lang="en-US" altLang="zh-CN" b="1" spc="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>
            <a:off x="2428875" y="4004310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游戏介绍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游戏介绍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457155" y="1771634"/>
            <a:ext cx="11277678" cy="422912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《RE0：从零开始的“三好学生”之旅》是一款基于win32技术自主创意开发的2D解密战斗RPG类电脑游戏。该游戏是一款单机游戏。
游戏从流程上共设计四关，其中第一关为教程关卡，用于帮助玩家熟悉游戏基本操作，如战斗、打开道具列表等。之后三关为游戏主线关卡，围绕着小镇居民对主人公“智”“德”“体”的考察展开，每关均设计了不同的流程，包含解密、战斗等多种元素，以主人公完成小镇居民布置的任务为每关的胜利条件。主人公推进任务的过程中，会遇到密码锁、怪物潮、鬼打墙等各种挑战，需要通过道具、战斗等各种方式化解挑战，使游戏兼备趣味性、策略性与挑战性。
对于玩家来说，最终目标是完成小镇居民们的考验，从而回到现实世界，而这个过程中却更加发现了“三好学生”的真谛所在，并在最后实现了升华，这就给游戏带来了哲理性与启发性。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82825" y="2898775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02</a:t>
            </a:r>
            <a:endParaRPr lang="en-US" altLang="zh-CN" sz="6600" b="1" spc="2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82825" y="2627630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PART ONE</a:t>
            </a:r>
            <a:endParaRPr lang="en-US" altLang="zh-CN" b="1" spc="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>
            <a:off x="2428875" y="4004310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游戏设计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游戏主界面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52" name="Rectangle 10"/>
          <p:cNvSpPr/>
          <p:nvPr>
            <p:custDataLst>
              <p:tags r:id="rId10"/>
            </p:custDataLst>
          </p:nvPr>
        </p:nvSpPr>
        <p:spPr>
          <a:xfrm>
            <a:off x="5120718" y="1676272"/>
            <a:ext cx="6502423" cy="4876838"/>
          </a:xfrm>
          <a:custGeom>
            <a:avLst/>
            <a:gdLst>
              <a:gd name="connsiteX0" fmla="*/ 4495837 w 4495837"/>
              <a:gd name="connsiteY0" fmla="*/ 0 h 4495834"/>
              <a:gd name="connsiteX1" fmla="*/ 4495834 w 4495837"/>
              <a:gd name="connsiteY1" fmla="*/ 4495834 h 4495834"/>
              <a:gd name="connsiteX2" fmla="*/ 1 w 4495837"/>
              <a:gd name="connsiteY2" fmla="*/ 4495834 h 4495834"/>
              <a:gd name="connsiteX3" fmla="*/ 0 w 4495837"/>
              <a:gd name="connsiteY3" fmla="*/ 1 h 449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37" h="4495834">
                <a:moveTo>
                  <a:pt x="4495837" y="0"/>
                </a:moveTo>
                <a:lnTo>
                  <a:pt x="4495834" y="4495834"/>
                </a:lnTo>
                <a:lnTo>
                  <a:pt x="1" y="4495834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90500" sx="102000" sy="102000" algn="ctr" rotWithShape="0">
              <a:schemeClr val="dk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/data/temp/f3aa357a-be3d-11ef-a054-5e2a72967b33.jpgf3aa357a-be3d-11ef-a054-5e2a72967b33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568970" y="2405563"/>
            <a:ext cx="4551694" cy="34185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640" h="5280">
                <a:moveTo>
                  <a:pt x="0" y="0"/>
                </a:moveTo>
                <a:lnTo>
                  <a:pt x="8640" y="0"/>
                </a:lnTo>
                <a:lnTo>
                  <a:pt x="8640" y="5280"/>
                </a:lnTo>
                <a:lnTo>
                  <a:pt x="0" y="52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13"/>
            </p:custDataLst>
          </p:nvPr>
        </p:nvSpPr>
        <p:spPr>
          <a:xfrm>
            <a:off x="5608394" y="2163965"/>
            <a:ext cx="5201933" cy="390142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游戏主界面为游戏过程中最重要的界面，是大部分游戏流程推进时玩家所在的界面。
在此页面下，玩家可以进行移动、切换地图场景、与NPC或环境实体交互，也可以与怪物进行战斗，是完成大部分任务的主要界面；界面左上角为人物属性栏，显示了人物的等级、攻击力、防御力等属性数值与血量、经验值等状态数值，数值会根据人物属性进行更新，帮助玩家实时了解人物情况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任务界面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10"/>
            </p:custDataLst>
          </p:nvPr>
        </p:nvSpPr>
        <p:spPr>
          <a:xfrm>
            <a:off x="6338660" y="2755867"/>
            <a:ext cx="4038606" cy="271786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任务界面为游戏过程中标记流程进度的界面，是大部分游戏流程推进时的标志界面。
在此页面下，玩家可以查看任务内容以及完成情况，从而了解目前游戏进度，更好地推进游戏，同时也可以切换至道具界面，进而了解道具信息。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/data/temp/f3acc369-be3d-11ef-afd7-6ebecee0a61f.jpgf3acc369-be3d-11ef-afd7-6ebecee0a61f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1168400" y="2063750"/>
            <a:ext cx="4550410" cy="34182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00" h="5520">
                <a:moveTo>
                  <a:pt x="0" y="0"/>
                </a:moveTo>
                <a:lnTo>
                  <a:pt x="9600" y="0"/>
                </a:lnTo>
                <a:lnTo>
                  <a:pt x="9600" y="5520"/>
                </a:lnTo>
                <a:lnTo>
                  <a:pt x="0" y="552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j"/>
          <p:cNvSpPr/>
          <p:nvPr>
            <p:custDataLst>
              <p:tags r:id="rId13"/>
            </p:custDataLst>
          </p:nvPr>
        </p:nvSpPr>
        <p:spPr>
          <a:xfrm>
            <a:off x="773430" y="1993265"/>
            <a:ext cx="5207635" cy="3727450"/>
          </a:xfrm>
          <a:prstGeom prst="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4" name="图片 3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道具界面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5" name="Title 6"/>
          <p:cNvSpPr txBox="1"/>
          <p:nvPr>
            <p:custDataLst>
              <p:tags r:id="rId10"/>
            </p:custDataLst>
          </p:nvPr>
        </p:nvSpPr>
        <p:spPr>
          <a:xfrm>
            <a:off x="6343000" y="2745216"/>
            <a:ext cx="5039416" cy="368658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任务界面为游戏过程中标记流程进度的界面，是大部分游戏流程推进时的标志界面。
在此页面下，玩家可以查看任务内容以及完成情况，从而了解目前游戏进度，更好地推进游戏，同时也可以切换至道具界面，进而了解道具信息。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/data/temp/f3ab894f-be3d-11ef-9365-12a78fa7f3bc.jpgf3ab894f-be3d-11ef-9365-12a78fa7f3bc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870585" y="2077720"/>
            <a:ext cx="4913630" cy="36918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20" h="3120">
                <a:moveTo>
                  <a:pt x="0" y="0"/>
                </a:moveTo>
                <a:lnTo>
                  <a:pt x="3120" y="0"/>
                </a:lnTo>
                <a:lnTo>
                  <a:pt x="3120" y="3120"/>
                </a:lnTo>
                <a:lnTo>
                  <a:pt x="0" y="3120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3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13" name="图片 12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开始界面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4" name="矩形 4"/>
          <p:cNvSpPr/>
          <p:nvPr>
            <p:custDataLst>
              <p:tags r:id="rId10"/>
            </p:custDataLst>
          </p:nvPr>
        </p:nvSpPr>
        <p:spPr>
          <a:xfrm>
            <a:off x="1070109" y="2119226"/>
            <a:ext cx="10051782" cy="3991149"/>
          </a:xfrm>
          <a:custGeom>
            <a:avLst/>
            <a:gdLst>
              <a:gd name="connsiteX0" fmla="*/ 0 w 9899943"/>
              <a:gd name="connsiteY0" fmla="*/ 0 h 4048220"/>
              <a:gd name="connsiteX1" fmla="*/ 9899943 w 9899943"/>
              <a:gd name="connsiteY1" fmla="*/ 0 h 4048220"/>
              <a:gd name="connsiteX2" fmla="*/ 9899943 w 9899943"/>
              <a:gd name="connsiteY2" fmla="*/ 4048220 h 4048220"/>
              <a:gd name="connsiteX3" fmla="*/ 0 w 9899943"/>
              <a:gd name="connsiteY3" fmla="*/ 4048220 h 4048220"/>
              <a:gd name="connsiteX4" fmla="*/ 0 w 9899943"/>
              <a:gd name="connsiteY4" fmla="*/ 0 h 4048220"/>
              <a:gd name="connsiteX0-1" fmla="*/ 0 w 9899943"/>
              <a:gd name="connsiteY0-2" fmla="*/ 0 h 4048220"/>
              <a:gd name="connsiteX1-3" fmla="*/ 9899943 w 9899943"/>
              <a:gd name="connsiteY1-4" fmla="*/ 0 h 4048220"/>
              <a:gd name="connsiteX2-5" fmla="*/ 9899943 w 9899943"/>
              <a:gd name="connsiteY2-6" fmla="*/ 4048220 h 4048220"/>
              <a:gd name="connsiteX3-7" fmla="*/ 808083 w 9899943"/>
              <a:gd name="connsiteY3-8" fmla="*/ 4043410 h 4048220"/>
              <a:gd name="connsiteX4-9" fmla="*/ 0 w 9899943"/>
              <a:gd name="connsiteY4-10" fmla="*/ 4048220 h 4048220"/>
              <a:gd name="connsiteX5" fmla="*/ 0 w 9899943"/>
              <a:gd name="connsiteY5" fmla="*/ 0 h 4048220"/>
              <a:gd name="connsiteX0-11" fmla="*/ 0 w 9899943"/>
              <a:gd name="connsiteY0-12" fmla="*/ 0 h 4048220"/>
              <a:gd name="connsiteX1-13" fmla="*/ 9899943 w 9899943"/>
              <a:gd name="connsiteY1-14" fmla="*/ 0 h 4048220"/>
              <a:gd name="connsiteX2-15" fmla="*/ 9899943 w 9899943"/>
              <a:gd name="connsiteY2-16" fmla="*/ 4048220 h 4048220"/>
              <a:gd name="connsiteX3-17" fmla="*/ 1730103 w 9899943"/>
              <a:gd name="connsiteY3-18" fmla="*/ 4043410 h 4048220"/>
              <a:gd name="connsiteX4-19" fmla="*/ 808083 w 9899943"/>
              <a:gd name="connsiteY4-20" fmla="*/ 4043410 h 4048220"/>
              <a:gd name="connsiteX5-21" fmla="*/ 0 w 9899943"/>
              <a:gd name="connsiteY5-22" fmla="*/ 4048220 h 4048220"/>
              <a:gd name="connsiteX6" fmla="*/ 0 w 9899943"/>
              <a:gd name="connsiteY6" fmla="*/ 0 h 4048220"/>
              <a:gd name="connsiteX0-23" fmla="*/ 808083 w 9899943"/>
              <a:gd name="connsiteY0-24" fmla="*/ 4043410 h 4134850"/>
              <a:gd name="connsiteX1-25" fmla="*/ 0 w 9899943"/>
              <a:gd name="connsiteY1-26" fmla="*/ 4048220 h 4134850"/>
              <a:gd name="connsiteX2-27" fmla="*/ 0 w 9899943"/>
              <a:gd name="connsiteY2-28" fmla="*/ 0 h 4134850"/>
              <a:gd name="connsiteX3-29" fmla="*/ 9899943 w 9899943"/>
              <a:gd name="connsiteY3-30" fmla="*/ 0 h 4134850"/>
              <a:gd name="connsiteX4-31" fmla="*/ 9899943 w 9899943"/>
              <a:gd name="connsiteY4-32" fmla="*/ 4048220 h 4134850"/>
              <a:gd name="connsiteX5-33" fmla="*/ 1730103 w 9899943"/>
              <a:gd name="connsiteY5-34" fmla="*/ 4043410 h 4134850"/>
              <a:gd name="connsiteX6-35" fmla="*/ 899523 w 9899943"/>
              <a:gd name="connsiteY6-36" fmla="*/ 4134850 h 4134850"/>
              <a:gd name="connsiteX0-37" fmla="*/ 808083 w 9899943"/>
              <a:gd name="connsiteY0-38" fmla="*/ 4043410 h 4048220"/>
              <a:gd name="connsiteX1-39" fmla="*/ 0 w 9899943"/>
              <a:gd name="connsiteY1-40" fmla="*/ 4048220 h 4048220"/>
              <a:gd name="connsiteX2-41" fmla="*/ 0 w 9899943"/>
              <a:gd name="connsiteY2-42" fmla="*/ 0 h 4048220"/>
              <a:gd name="connsiteX3-43" fmla="*/ 9899943 w 9899943"/>
              <a:gd name="connsiteY3-44" fmla="*/ 0 h 4048220"/>
              <a:gd name="connsiteX4-45" fmla="*/ 9899943 w 9899943"/>
              <a:gd name="connsiteY4-46" fmla="*/ 4048220 h 4048220"/>
              <a:gd name="connsiteX5-47" fmla="*/ 1730103 w 9899943"/>
              <a:gd name="connsiteY5-48" fmla="*/ 4043410 h 40482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899943" h="4048220">
                <a:moveTo>
                  <a:pt x="808083" y="4043410"/>
                </a:moveTo>
                <a:lnTo>
                  <a:pt x="0" y="4048220"/>
                </a:lnTo>
                <a:lnTo>
                  <a:pt x="0" y="0"/>
                </a:lnTo>
                <a:lnTo>
                  <a:pt x="9899943" y="0"/>
                </a:lnTo>
                <a:lnTo>
                  <a:pt x="9899943" y="4048220"/>
                </a:lnTo>
                <a:lnTo>
                  <a:pt x="1730103" y="4043410"/>
                </a:lnTo>
              </a:path>
            </a:pathLst>
          </a:cu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5"/>
          <p:cNvSpPr/>
          <p:nvPr>
            <p:custDataLst>
              <p:tags r:id="rId11"/>
            </p:custDataLst>
          </p:nvPr>
        </p:nvSpPr>
        <p:spPr>
          <a:xfrm>
            <a:off x="2060537" y="5814720"/>
            <a:ext cx="614065" cy="61406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2060537" y="5973010"/>
            <a:ext cx="613449" cy="297486"/>
          </a:xfrm>
          <a:prstGeom prst="rect">
            <a:avLst/>
          </a:prstGeom>
          <a:noFill/>
        </p:spPr>
        <p:txBody>
          <a:bodyPr wrap="square" rtlCol="0">
            <a:normAutofit fontScale="90000" lnSpcReduction="20000"/>
          </a:bodyPr>
          <a:lstStyle/>
          <a:p>
            <a:pPr algn="ctr"/>
            <a:r>
              <a:rPr lang="en-US" altLang="zh-CN" sz="1400" dirty="0">
                <a:solidFill>
                  <a:schemeClr val="l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logo</a:t>
            </a:r>
            <a:endParaRPr lang="en-US" altLang="zh-CN" sz="1400" dirty="0">
              <a:solidFill>
                <a:schemeClr val="l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衬底"/>
          <p:cNvSpPr/>
          <p:nvPr>
            <p:custDataLst>
              <p:tags r:id="rId13"/>
            </p:custDataLst>
          </p:nvPr>
        </p:nvSpPr>
        <p:spPr>
          <a:xfrm>
            <a:off x="5917837" y="1676405"/>
            <a:ext cx="4877416" cy="4876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chemeClr val="dk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6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itle 6"/>
          <p:cNvSpPr txBox="1"/>
          <p:nvPr>
            <p:custDataLst>
              <p:tags r:id="rId14"/>
            </p:custDataLst>
          </p:nvPr>
        </p:nvSpPr>
        <p:spPr>
          <a:xfrm>
            <a:off x="1692070" y="3278390"/>
            <a:ext cx="3572320" cy="16728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开始界面为游戏起始的界面，显示游戏的标题，引导玩家进入帮助界面以及开始游戏。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/data/temp/f3aeb477-be3d-11ef-b5cd-6625965a8d08.jpgf3aeb477-be3d-11ef-b5cd-6625965a8d08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>
            <a:off x="6213151" y="2504804"/>
            <a:ext cx="4286779" cy="321999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60" h="6960">
                <a:moveTo>
                  <a:pt x="0" y="0"/>
                </a:moveTo>
                <a:lnTo>
                  <a:pt x="6960" y="0"/>
                </a:lnTo>
                <a:lnTo>
                  <a:pt x="6960" y="6960"/>
                </a:lnTo>
                <a:lnTo>
                  <a:pt x="0" y="6960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7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帮助界面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10"/>
            </p:custDataLst>
          </p:nvPr>
        </p:nvSpPr>
        <p:spPr>
          <a:xfrm flipH="1">
            <a:off x="4263421" y="2225518"/>
            <a:ext cx="7471469" cy="4088162"/>
          </a:xfrm>
          <a:prstGeom prst="rect">
            <a:avLst/>
          </a:prstGeom>
          <a:pattFill prst="dkUpDiag">
            <a:fgClr>
              <a:schemeClr val="lt2">
                <a:lumMod val="90000"/>
              </a:schemeClr>
            </a:fgClr>
            <a:bgClr>
              <a:schemeClr val="dk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 flipH="1">
            <a:off x="457200" y="3353981"/>
            <a:ext cx="281940" cy="1831973"/>
          </a:xfrm>
          <a:prstGeom prst="rect">
            <a:avLst/>
          </a:prstGeom>
          <a:pattFill prst="ltUpDiag">
            <a:fgClr>
              <a:schemeClr val="lt2">
                <a:lumMod val="90000"/>
              </a:schemeClr>
            </a:fgClr>
            <a:bgClr>
              <a:schemeClr val="accent1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 rot="10800000">
            <a:off x="10307988" y="1915716"/>
            <a:ext cx="666000" cy="384633"/>
            <a:chOff x="1160829" y="2656459"/>
            <a:chExt cx="720000" cy="415819"/>
          </a:xfrm>
          <a:solidFill>
            <a:schemeClr val="accent1"/>
          </a:solidFill>
        </p:grpSpPr>
        <p:sp>
          <p:nvSpPr>
            <p:cNvPr id="8" name="任意多边形: 形状 19"/>
            <p:cNvSpPr/>
            <p:nvPr>
              <p:custDataLst>
                <p:tags r:id="rId13"/>
              </p:custDataLst>
            </p:nvPr>
          </p:nvSpPr>
          <p:spPr>
            <a:xfrm>
              <a:off x="1160829" y="2656459"/>
              <a:ext cx="340237" cy="415819"/>
            </a:xfrm>
            <a:custGeom>
              <a:avLst/>
              <a:gdLst>
                <a:gd name="connsiteX0" fmla="*/ 174788 w 340237"/>
                <a:gd name="connsiteY0" fmla="*/ 0 h 415819"/>
                <a:gd name="connsiteX1" fmla="*/ 340237 w 340237"/>
                <a:gd name="connsiteY1" fmla="*/ 0 h 415819"/>
                <a:gd name="connsiteX2" fmla="*/ 241322 w 340237"/>
                <a:gd name="connsiteY2" fmla="*/ 415819 h 415819"/>
                <a:gd name="connsiteX3" fmla="*/ 0 w 340237"/>
                <a:gd name="connsiteY3" fmla="*/ 415819 h 415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237" h="415819">
                  <a:moveTo>
                    <a:pt x="174788" y="0"/>
                  </a:moveTo>
                  <a:lnTo>
                    <a:pt x="340237" y="0"/>
                  </a:lnTo>
                  <a:lnTo>
                    <a:pt x="241322" y="415819"/>
                  </a:lnTo>
                  <a:lnTo>
                    <a:pt x="0" y="4158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任意多边形: 形状 20"/>
            <p:cNvSpPr/>
            <p:nvPr>
              <p:custDataLst>
                <p:tags r:id="rId14"/>
              </p:custDataLst>
            </p:nvPr>
          </p:nvSpPr>
          <p:spPr>
            <a:xfrm>
              <a:off x="1540592" y="2656459"/>
              <a:ext cx="340237" cy="415819"/>
            </a:xfrm>
            <a:custGeom>
              <a:avLst/>
              <a:gdLst>
                <a:gd name="connsiteX0" fmla="*/ 174788 w 340237"/>
                <a:gd name="connsiteY0" fmla="*/ 0 h 415819"/>
                <a:gd name="connsiteX1" fmla="*/ 340237 w 340237"/>
                <a:gd name="connsiteY1" fmla="*/ 0 h 415819"/>
                <a:gd name="connsiteX2" fmla="*/ 241322 w 340237"/>
                <a:gd name="connsiteY2" fmla="*/ 415819 h 415819"/>
                <a:gd name="connsiteX3" fmla="*/ 0 w 340237"/>
                <a:gd name="connsiteY3" fmla="*/ 415819 h 415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237" h="415819">
                  <a:moveTo>
                    <a:pt x="174788" y="0"/>
                  </a:moveTo>
                  <a:lnTo>
                    <a:pt x="340237" y="0"/>
                  </a:lnTo>
                  <a:lnTo>
                    <a:pt x="241322" y="415819"/>
                  </a:lnTo>
                  <a:lnTo>
                    <a:pt x="0" y="4158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Title 6"/>
          <p:cNvSpPr txBox="1"/>
          <p:nvPr>
            <p:custDataLst>
              <p:tags r:id="rId15"/>
            </p:custDataLst>
          </p:nvPr>
        </p:nvSpPr>
        <p:spPr>
          <a:xfrm>
            <a:off x="1021085" y="3353163"/>
            <a:ext cx="2960393" cy="183282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帮助界面为游戏指南界面，交代游戏背景，介绍游戏基本玩法，背景同时也体现了游戏主题风格。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/data/temp/f3d78b16-be3d-11ef-bd57-2a6dabebc13f.jpgf3d78b16-be3d-11ef-bd57-2a6dabebc13f"/>
          <p:cNvPicPr>
            <a:picLocks noChangeAspect="1"/>
          </p:cNvPicPr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5465806" y="2366478"/>
            <a:ext cx="5066697" cy="38061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720" h="5520">
                <a:moveTo>
                  <a:pt x="0" y="0"/>
                </a:moveTo>
                <a:lnTo>
                  <a:pt x="12720" y="0"/>
                </a:lnTo>
                <a:lnTo>
                  <a:pt x="12720" y="5520"/>
                </a:lnTo>
                <a:lnTo>
                  <a:pt x="0" y="5520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8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暂停界面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10"/>
            </p:custDataLst>
          </p:nvPr>
        </p:nvSpPr>
        <p:spPr>
          <a:xfrm>
            <a:off x="6750120" y="3108917"/>
            <a:ext cx="3627146" cy="201176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暂停界面为游戏辅助界面，标志游戏暂停，提供回到游戏、重新开始、返回标题等多个跳转。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/data/temp/f3d8872c-be3d-11ef-b7ba-968013b25365.jpgf3d8872c-be3d-11ef-b7ba-968013b25365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1553210" y="2285365"/>
            <a:ext cx="4573270" cy="34353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00" h="5520">
                <a:moveTo>
                  <a:pt x="0" y="0"/>
                </a:moveTo>
                <a:lnTo>
                  <a:pt x="9600" y="0"/>
                </a:lnTo>
                <a:lnTo>
                  <a:pt x="9600" y="5520"/>
                </a:lnTo>
                <a:lnTo>
                  <a:pt x="0" y="552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j"/>
          <p:cNvSpPr/>
          <p:nvPr>
            <p:custDataLst>
              <p:tags r:id="rId13"/>
            </p:custDataLst>
          </p:nvPr>
        </p:nvSpPr>
        <p:spPr>
          <a:xfrm>
            <a:off x="843915" y="2011045"/>
            <a:ext cx="5750560" cy="3948430"/>
          </a:xfrm>
          <a:prstGeom prst="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选角界面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52" name="Rectangle 10"/>
          <p:cNvSpPr/>
          <p:nvPr>
            <p:custDataLst>
              <p:tags r:id="rId10"/>
            </p:custDataLst>
          </p:nvPr>
        </p:nvSpPr>
        <p:spPr>
          <a:xfrm>
            <a:off x="5528459" y="1676417"/>
            <a:ext cx="5994439" cy="4876838"/>
          </a:xfrm>
          <a:custGeom>
            <a:avLst/>
            <a:gdLst>
              <a:gd name="connsiteX0" fmla="*/ 4495837 w 4495837"/>
              <a:gd name="connsiteY0" fmla="*/ 0 h 4495834"/>
              <a:gd name="connsiteX1" fmla="*/ 4495834 w 4495837"/>
              <a:gd name="connsiteY1" fmla="*/ 4495834 h 4495834"/>
              <a:gd name="connsiteX2" fmla="*/ 1 w 4495837"/>
              <a:gd name="connsiteY2" fmla="*/ 4495834 h 4495834"/>
              <a:gd name="connsiteX3" fmla="*/ 0 w 4495837"/>
              <a:gd name="connsiteY3" fmla="*/ 1 h 449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37" h="4495834">
                <a:moveTo>
                  <a:pt x="4495837" y="0"/>
                </a:moveTo>
                <a:lnTo>
                  <a:pt x="4495834" y="4495834"/>
                </a:lnTo>
                <a:lnTo>
                  <a:pt x="1" y="4495834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90500" sx="102000" sy="102000" algn="ctr" rotWithShape="0">
              <a:schemeClr val="dk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/data/temp/f3db5e10-be3d-11ef-b7ba-968013b25365.jpgf3db5e10-be3d-11ef-b7ba-968013b25365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668876" y="2326654"/>
            <a:ext cx="4760976" cy="35763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640" h="5280">
                <a:moveTo>
                  <a:pt x="0" y="0"/>
                </a:moveTo>
                <a:lnTo>
                  <a:pt x="8640" y="0"/>
                </a:lnTo>
                <a:lnTo>
                  <a:pt x="8640" y="5280"/>
                </a:lnTo>
                <a:lnTo>
                  <a:pt x="0" y="52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13"/>
            </p:custDataLst>
          </p:nvPr>
        </p:nvSpPr>
        <p:spPr>
          <a:xfrm>
            <a:off x="6016134" y="2651777"/>
            <a:ext cx="4795547" cy="292609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选角界面为角色选择界面，供玩家选择主人公形象。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密码锁界面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pic>
        <p:nvPicPr>
          <p:cNvPr id="4" name="图片 3" descr="/data/temp/f3ea4496-be3d-11ef-831a-9a48514678d4.jpgf3ea4496-be3d-11ef-831a-9a48514678d4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3644962" y="1676400"/>
            <a:ext cx="4902076" cy="368256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1" h="6476">
                <a:moveTo>
                  <a:pt x="0" y="0"/>
                </a:moveTo>
                <a:lnTo>
                  <a:pt x="19201" y="0"/>
                </a:lnTo>
                <a:lnTo>
                  <a:pt x="19201" y="6476"/>
                </a:lnTo>
                <a:lnTo>
                  <a:pt x="0" y="647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12"/>
            </p:custDataLst>
          </p:nvPr>
        </p:nvSpPr>
        <p:spPr>
          <a:xfrm>
            <a:off x="2289687" y="5363766"/>
            <a:ext cx="7612625" cy="118952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ctr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密码锁界面为游戏关卡界面，供玩家输入密码检验。为游戏解密关卡的核心设计所在。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死亡界面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4" name="Title 6"/>
          <p:cNvSpPr txBox="1"/>
          <p:nvPr>
            <p:custDataLst>
              <p:tags r:id="rId10"/>
            </p:custDataLst>
          </p:nvPr>
        </p:nvSpPr>
        <p:spPr>
          <a:xfrm>
            <a:off x="7077156" y="3108917"/>
            <a:ext cx="3300110" cy="201176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死亡界面为游戏结局界面之一，代表玩家死亡，提供原地复活与返回标题页面两种跳转。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/data/temp/f3ee5287-be3d-11ef-82b9-4e872377bb1e.jpgf3ee5287-be3d-11ef-82b9-4e872377bb1e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1554480" y="2076450"/>
            <a:ext cx="4533900" cy="34055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00" h="5520">
                <a:moveTo>
                  <a:pt x="0" y="0"/>
                </a:moveTo>
                <a:lnTo>
                  <a:pt x="9600" y="0"/>
                </a:lnTo>
                <a:lnTo>
                  <a:pt x="9600" y="5520"/>
                </a:lnTo>
                <a:lnTo>
                  <a:pt x="0" y="552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j"/>
          <p:cNvSpPr/>
          <p:nvPr>
            <p:custDataLst>
              <p:tags r:id="rId13"/>
            </p:custDataLst>
          </p:nvPr>
        </p:nvSpPr>
        <p:spPr>
          <a:xfrm>
            <a:off x="610870" y="1994535"/>
            <a:ext cx="6108700" cy="3726180"/>
          </a:xfrm>
          <a:prstGeom prst="rect">
            <a:avLst/>
          </a:prstGeom>
          <a:noFill/>
          <a:ln w="12700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457204" y="1371611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b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界面设计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3" name="副标题"/>
          <p:cNvSpPr txBox="1"/>
          <p:nvPr>
            <p:custDataLst>
              <p:tags r:id="rId9"/>
            </p:custDataLst>
          </p:nvPr>
        </p:nvSpPr>
        <p:spPr>
          <a:xfrm>
            <a:off x="457204" y="762007"/>
            <a:ext cx="11277690" cy="457204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lIns="0" tIns="0" rIns="0" bIns="0">
            <a:normAutofit/>
          </a:bodyPr>
          <a:lstStyle>
            <a:defPPr>
              <a:defRPr lang="zh-CN"/>
            </a:defPPr>
            <a:lvl1pPr fontAlgn="auto">
              <a:lnSpc>
                <a:spcPct val="120000"/>
              </a:lnSpc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胜利界面</a:t>
            </a:r>
            <a:endParaRPr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pic>
        <p:nvPicPr>
          <p:cNvPr id="4" name="图片 3" descr="/data/temp/f40860fb-be3d-11ef-a054-5e2a72967b33.jpgf40860fb-be3d-11ef-a054-5e2a72967b33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3644962" y="1676400"/>
            <a:ext cx="4902076" cy="368256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1" h="6476">
                <a:moveTo>
                  <a:pt x="0" y="0"/>
                </a:moveTo>
                <a:lnTo>
                  <a:pt x="19201" y="0"/>
                </a:lnTo>
                <a:lnTo>
                  <a:pt x="19201" y="6476"/>
                </a:lnTo>
                <a:lnTo>
                  <a:pt x="0" y="647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Title 6"/>
          <p:cNvSpPr txBox="1"/>
          <p:nvPr>
            <p:custDataLst>
              <p:tags r:id="rId12"/>
            </p:custDataLst>
          </p:nvPr>
        </p:nvSpPr>
        <p:spPr>
          <a:xfrm>
            <a:off x="2289687" y="5363766"/>
            <a:ext cx="7612625" cy="118952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ctr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胜利界面为游戏结局界面之一，代表玩家胜利，提供结局剧情与回到标题页面跳转。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37" name="图片 36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交互设计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95" name="文本框 194"/>
          <p:cNvSpPr txBox="1"/>
          <p:nvPr>
            <p:custDataLst>
              <p:tags r:id="rId9"/>
            </p:custDataLst>
          </p:nvPr>
        </p:nvSpPr>
        <p:spPr>
          <a:xfrm>
            <a:off x="1321084" y="2409672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W键/↑键：控制主人公向上移动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5" name="直接连接符 4"/>
          <p:cNvCxnSpPr/>
          <p:nvPr>
            <p:custDataLst>
              <p:tags r:id="rId10"/>
            </p:custDataLst>
          </p:nvPr>
        </p:nvCxnSpPr>
        <p:spPr>
          <a:xfrm>
            <a:off x="1483769" y="2286518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资料带 5"/>
          <p:cNvSpPr/>
          <p:nvPr>
            <p:custDataLst>
              <p:tags r:id="rId11"/>
            </p:custDataLst>
          </p:nvPr>
        </p:nvSpPr>
        <p:spPr>
          <a:xfrm>
            <a:off x="2108663" y="1619052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Id12"/>
            </p:custDataLst>
          </p:nvPr>
        </p:nvCxnSpPr>
        <p:spPr>
          <a:xfrm>
            <a:off x="2108663" y="1639461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3834869" y="2409672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A键/←键：控制主人公向左移动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" name="直接连接符 3"/>
          <p:cNvCxnSpPr/>
          <p:nvPr>
            <p:custDataLst>
              <p:tags r:id="rId14"/>
            </p:custDataLst>
          </p:nvPr>
        </p:nvCxnSpPr>
        <p:spPr>
          <a:xfrm>
            <a:off x="3997554" y="2286518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资料带 7"/>
          <p:cNvSpPr/>
          <p:nvPr>
            <p:custDataLst>
              <p:tags r:id="rId15"/>
            </p:custDataLst>
          </p:nvPr>
        </p:nvSpPr>
        <p:spPr>
          <a:xfrm>
            <a:off x="4622448" y="1619052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6"/>
            </p:custDataLst>
          </p:nvPr>
        </p:nvCxnSpPr>
        <p:spPr>
          <a:xfrm>
            <a:off x="4622448" y="1639461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7"/>
            </p:custDataLst>
          </p:nvPr>
        </p:nvSpPr>
        <p:spPr>
          <a:xfrm>
            <a:off x="6348653" y="2409672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S键/↓键：控制主人公向下移动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8"/>
            </p:custDataLst>
          </p:nvPr>
        </p:nvCxnSpPr>
        <p:spPr>
          <a:xfrm>
            <a:off x="6511338" y="2286518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资料带 12"/>
          <p:cNvSpPr/>
          <p:nvPr>
            <p:custDataLst>
              <p:tags r:id="rId19"/>
            </p:custDataLst>
          </p:nvPr>
        </p:nvSpPr>
        <p:spPr>
          <a:xfrm>
            <a:off x="7136232" y="1619052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0"/>
            </p:custDataLst>
          </p:nvPr>
        </p:nvCxnSpPr>
        <p:spPr>
          <a:xfrm>
            <a:off x="7136232" y="1639461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21"/>
            </p:custDataLst>
          </p:nvPr>
        </p:nvSpPr>
        <p:spPr>
          <a:xfrm>
            <a:off x="8862438" y="2409672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D键/→键：控制主人公向右移动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22"/>
            </p:custDataLst>
          </p:nvPr>
        </p:nvCxnSpPr>
        <p:spPr>
          <a:xfrm>
            <a:off x="9025123" y="2286518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资料带 16"/>
          <p:cNvSpPr/>
          <p:nvPr>
            <p:custDataLst>
              <p:tags r:id="rId23"/>
            </p:custDataLst>
          </p:nvPr>
        </p:nvSpPr>
        <p:spPr>
          <a:xfrm>
            <a:off x="9650017" y="1619052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24"/>
            </p:custDataLst>
          </p:nvPr>
        </p:nvCxnSpPr>
        <p:spPr>
          <a:xfrm>
            <a:off x="9650017" y="1639461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1321084" y="4813658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K键：控制主人公攻击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26"/>
            </p:custDataLst>
          </p:nvPr>
        </p:nvCxnSpPr>
        <p:spPr>
          <a:xfrm>
            <a:off x="1483769" y="4690504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图: 资料带 20"/>
          <p:cNvSpPr/>
          <p:nvPr>
            <p:custDataLst>
              <p:tags r:id="rId27"/>
            </p:custDataLst>
          </p:nvPr>
        </p:nvSpPr>
        <p:spPr>
          <a:xfrm>
            <a:off x="2108663" y="4023038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28"/>
            </p:custDataLst>
          </p:nvPr>
        </p:nvCxnSpPr>
        <p:spPr>
          <a:xfrm>
            <a:off x="2108663" y="4043446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3834869" y="4813658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F键：打开任务界面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0"/>
            </p:custDataLst>
          </p:nvPr>
        </p:nvCxnSpPr>
        <p:spPr>
          <a:xfrm>
            <a:off x="3997554" y="4690504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图: 资料带 24"/>
          <p:cNvSpPr/>
          <p:nvPr>
            <p:custDataLst>
              <p:tags r:id="rId31"/>
            </p:custDataLst>
          </p:nvPr>
        </p:nvSpPr>
        <p:spPr>
          <a:xfrm>
            <a:off x="4622448" y="4023038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32"/>
            </p:custDataLst>
          </p:nvPr>
        </p:nvCxnSpPr>
        <p:spPr>
          <a:xfrm>
            <a:off x="4622448" y="4043446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6348653" y="4813658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SPACE键（空格键）：控制主人公与NPC、环境实体交互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34"/>
            </p:custDataLst>
          </p:nvPr>
        </p:nvCxnSpPr>
        <p:spPr>
          <a:xfrm>
            <a:off x="6511338" y="4690504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流程图: 资料带 28"/>
          <p:cNvSpPr/>
          <p:nvPr>
            <p:custDataLst>
              <p:tags r:id="rId35"/>
            </p:custDataLst>
          </p:nvPr>
        </p:nvSpPr>
        <p:spPr>
          <a:xfrm>
            <a:off x="7136232" y="4023038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36"/>
            </p:custDataLst>
          </p:nvPr>
        </p:nvCxnSpPr>
        <p:spPr>
          <a:xfrm>
            <a:off x="7136232" y="4043446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8862438" y="4813658"/>
            <a:ext cx="2009238" cy="1339689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spc="15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ESC键：暂停游戏，打开暂停界面</a:t>
            </a:r>
            <a:endParaRPr lang="zh-CN" altLang="en-US" sz="1700" spc="15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38"/>
            </p:custDataLst>
          </p:nvPr>
        </p:nvCxnSpPr>
        <p:spPr>
          <a:xfrm>
            <a:off x="9025123" y="4690504"/>
            <a:ext cx="1683868" cy="0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资料带 32"/>
          <p:cNvSpPr/>
          <p:nvPr>
            <p:custDataLst>
              <p:tags r:id="rId39"/>
            </p:custDataLst>
          </p:nvPr>
        </p:nvSpPr>
        <p:spPr>
          <a:xfrm>
            <a:off x="9650017" y="4023038"/>
            <a:ext cx="556687" cy="446063"/>
          </a:xfrm>
          <a:prstGeom prst="flowChartPunchedTap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p>
            <a:pPr algn="ctr"/>
            <a:r>
              <a:rPr lang="en-US" altLang="zh-CN" sz="16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zh-CN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40"/>
            </p:custDataLst>
          </p:nvPr>
        </p:nvCxnSpPr>
        <p:spPr>
          <a:xfrm>
            <a:off x="9650017" y="4043446"/>
            <a:ext cx="0" cy="639455"/>
          </a:xfrm>
          <a:prstGeom prst="line">
            <a:avLst/>
          </a:prstGeom>
          <a:ln w="127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1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82825" y="2898775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03</a:t>
            </a:r>
            <a:endParaRPr lang="en-US" altLang="zh-CN" sz="6600" b="1" spc="2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82825" y="2627630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PART ONE</a:t>
            </a:r>
            <a:endParaRPr lang="en-US" altLang="zh-CN" b="1" spc="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>
            <a:off x="2428875" y="4004310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难点分析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流程设计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1480132" y="3181973"/>
            <a:ext cx="6660938" cy="310136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图11：流程设计图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 descr="/data/temp/f4206341-be3d-11ef-b5cd-6625965a8d08.jpgf4206341-be3d-11ef-b5cd-6625965a8d08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4003040" y="1326515"/>
            <a:ext cx="4185285" cy="44138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00" h="2880">
                <a:moveTo>
                  <a:pt x="3600" y="0"/>
                </a:moveTo>
                <a:lnTo>
                  <a:pt x="3600" y="2880"/>
                </a:lnTo>
                <a:lnTo>
                  <a:pt x="0" y="2880"/>
                </a:lnTo>
                <a:lnTo>
                  <a:pt x="0" y="0"/>
                </a:lnTo>
                <a:lnTo>
                  <a:pt x="3600" y="0"/>
                </a:lnTo>
                <a:close/>
              </a:path>
            </a:pathLst>
          </a:custGeom>
        </p:spPr>
      </p:pic>
    </p:spTree>
    <p:custDataLst>
      <p:tags r:id="rId12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代码流程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pic>
        <p:nvPicPr>
          <p:cNvPr id="4" name="图片 3" descr="/data/temp/f434d5e2-be3d-11ef-afd7-6ebecee0a61f.jpgf434d5e2-be3d-11ef-afd7-6ebecee0a61f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720090" y="1445895"/>
            <a:ext cx="6029960" cy="48310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20" h="2160">
                <a:moveTo>
                  <a:pt x="0" y="0"/>
                </a:moveTo>
                <a:lnTo>
                  <a:pt x="4320" y="0"/>
                </a:lnTo>
                <a:lnTo>
                  <a:pt x="4320" y="2160"/>
                </a:lnTo>
                <a:lnTo>
                  <a:pt x="0" y="2160"/>
                </a:lnTo>
                <a:close/>
              </a:path>
            </a:pathLst>
          </a:custGeom>
        </p:spPr>
      </p:pic>
      <p:sp>
        <p:nvSpPr>
          <p:cNvPr id="11" name="Title 6"/>
          <p:cNvSpPr txBox="1"/>
          <p:nvPr>
            <p:custDataLst>
              <p:tags r:id="rId11"/>
            </p:custDataLst>
          </p:nvPr>
        </p:nvSpPr>
        <p:spPr>
          <a:xfrm>
            <a:off x="7166945" y="1575037"/>
            <a:ext cx="6205682" cy="481282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图12：代码流程图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5" name="图片 4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核心模块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9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1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2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6"/>
          <p:cNvSpPr txBox="1"/>
          <p:nvPr>
            <p:custDataLst>
              <p:tags r:id="rId14"/>
            </p:custDataLst>
          </p:nvPr>
        </p:nvSpPr>
        <p:spPr>
          <a:xfrm>
            <a:off x="1892883" y="1731304"/>
            <a:ext cx="8382634" cy="430927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①碰撞检测模块：包括边界检测、实体检测与人物检测，分别针对地图边界、地图实体、主人公与AI作出碰撞检测。主要通过碰撞箱实现，通过人物行动预测判断碰撞箱是否重叠决定行动是否可执行。
②语言交互模块：结合碰撞检测，通过NPC或场景实体与主人公的碰撞及空格键触发，通过变量flag控制其关闭逻辑，保证语言中空格切换，非接触时关闭，最后一句话反复重复。并通过人物结构体任务是否完成决定人物状态，从而改变语言内容。除此之外，还通过边界检测、流程检测实现了边界提醒与结局文本。
③战斗模块：通过生成攻击实体，检测攻击实体与攻击目标的碰撞，判断攻击是否生效，如果生效，对其状态造成改变，并通过状态检测判断其生存与否，进而判断奖励机制与任务进度。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核心模块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457155" y="1771634"/>
            <a:ext cx="11277678" cy="422912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④怪物AI模块：通过实时位置判断与不同情况下的智能决策，实现AI怪物警戒圈与循迹逻辑，并通过位置判断改变AI怪物的行为状态，通过延时判断实现AI自动攻击的效果。
⑤人物属性模块：通过数组方式，联动战斗模块，实时改变人物属性以及其对应的各项指标，形成一套计算逻辑，并通过文字绘制与矩形绘制实现直观呈现。
⑥密码模块：通过按钮逻辑、变量存储等实现密码锁界面，并通过条件判断改变场景状态。
⑦任务模块：通过结构体创建，与语言交互模块联动，实现任务与流程的同步，同时与战斗模块联动，实现任务进程的不断更新，最后通过绘制模块，将其绘制到任务界面。
⑧道具模块：通过结构体定义，构建道具体系，与任务模块紧密联系，实现流程推进，并将其通过图片绘制、文字绘制绘制到道具页面。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核心模块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3" name="椭圆 12"/>
          <p:cNvSpPr/>
          <p:nvPr>
            <p:custDataLst>
              <p:tags r:id="rId9"/>
            </p:custDataLst>
          </p:nvPr>
        </p:nvSpPr>
        <p:spPr>
          <a:xfrm>
            <a:off x="821690" y="950595"/>
            <a:ext cx="777875" cy="7778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朋友圈_00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00455" y="1229995"/>
            <a:ext cx="433070" cy="433070"/>
          </a:xfrm>
          <a:custGeom>
            <a:avLst/>
            <a:gdLst>
              <a:gd name="connsiteX0" fmla="*/ 18488 w 609050"/>
              <a:gd name="connsiteY0" fmla="*/ 408715 h 608133"/>
              <a:gd name="connsiteX1" fmla="*/ 313028 w 609050"/>
              <a:gd name="connsiteY1" fmla="*/ 408715 h 608133"/>
              <a:gd name="connsiteX2" fmla="*/ 206953 w 609050"/>
              <a:gd name="connsiteY2" fmla="*/ 592115 h 608133"/>
              <a:gd name="connsiteX3" fmla="*/ 18488 w 609050"/>
              <a:gd name="connsiteY3" fmla="*/ 408715 h 608133"/>
              <a:gd name="connsiteX4" fmla="*/ 399533 w 609050"/>
              <a:gd name="connsiteY4" fmla="*/ 348946 h 608133"/>
              <a:gd name="connsiteX5" fmla="*/ 505460 w 609050"/>
              <a:gd name="connsiteY5" fmla="*/ 532271 h 608133"/>
              <a:gd name="connsiteX6" fmla="*/ 304491 w 609050"/>
              <a:gd name="connsiteY6" fmla="*/ 608133 h 608133"/>
              <a:gd name="connsiteX7" fmla="*/ 252201 w 609050"/>
              <a:gd name="connsiteY7" fmla="*/ 603539 h 608133"/>
              <a:gd name="connsiteX8" fmla="*/ 390862 w 609050"/>
              <a:gd name="connsiteY8" fmla="*/ 244298 h 608133"/>
              <a:gd name="connsiteX9" fmla="*/ 603101 w 609050"/>
              <a:gd name="connsiteY9" fmla="*/ 244298 h 608133"/>
              <a:gd name="connsiteX10" fmla="*/ 609050 w 609050"/>
              <a:gd name="connsiteY10" fmla="*/ 304026 h 608133"/>
              <a:gd name="connsiteX11" fmla="*/ 538004 w 609050"/>
              <a:gd name="connsiteY11" fmla="*/ 498898 h 608133"/>
              <a:gd name="connsiteX12" fmla="*/ 70934 w 609050"/>
              <a:gd name="connsiteY12" fmla="*/ 109165 h 608133"/>
              <a:gd name="connsiteX13" fmla="*/ 218188 w 609050"/>
              <a:gd name="connsiteY13" fmla="*/ 363836 h 608133"/>
              <a:gd name="connsiteX14" fmla="*/ 5949 w 609050"/>
              <a:gd name="connsiteY14" fmla="*/ 363836 h 608133"/>
              <a:gd name="connsiteX15" fmla="*/ 0 w 609050"/>
              <a:gd name="connsiteY15" fmla="*/ 304006 h 608133"/>
              <a:gd name="connsiteX16" fmla="*/ 70934 w 609050"/>
              <a:gd name="connsiteY16" fmla="*/ 109165 h 608133"/>
              <a:gd name="connsiteX17" fmla="*/ 402112 w 609050"/>
              <a:gd name="connsiteY17" fmla="*/ 16018 h 608133"/>
              <a:gd name="connsiteX18" fmla="*/ 590420 w 609050"/>
              <a:gd name="connsiteY18" fmla="*/ 199488 h 608133"/>
              <a:gd name="connsiteX19" fmla="*/ 295951 w 609050"/>
              <a:gd name="connsiteY19" fmla="*/ 199488 h 608133"/>
              <a:gd name="connsiteX20" fmla="*/ 304447 w 609050"/>
              <a:gd name="connsiteY20" fmla="*/ 0 h 608133"/>
              <a:gd name="connsiteX21" fmla="*/ 356849 w 609050"/>
              <a:gd name="connsiteY21" fmla="*/ 4482 h 608133"/>
              <a:gd name="connsiteX22" fmla="*/ 209517 w 609050"/>
              <a:gd name="connsiteY22" fmla="*/ 259187 h 608133"/>
              <a:gd name="connsiteX23" fmla="*/ 103590 w 609050"/>
              <a:gd name="connsiteY23" fmla="*/ 75862 h 608133"/>
              <a:gd name="connsiteX24" fmla="*/ 304447 w 609050"/>
              <a:gd name="connsiteY24" fmla="*/ 0 h 60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09050" h="608133">
                <a:moveTo>
                  <a:pt x="18488" y="408715"/>
                </a:moveTo>
                <a:lnTo>
                  <a:pt x="313028" y="408715"/>
                </a:lnTo>
                <a:lnTo>
                  <a:pt x="206953" y="592115"/>
                </a:lnTo>
                <a:cubicBezTo>
                  <a:pt x="119736" y="562650"/>
                  <a:pt x="50254" y="494757"/>
                  <a:pt x="18488" y="408715"/>
                </a:cubicBezTo>
                <a:close/>
                <a:moveTo>
                  <a:pt x="399533" y="348946"/>
                </a:moveTo>
                <a:lnTo>
                  <a:pt x="505460" y="532271"/>
                </a:lnTo>
                <a:cubicBezTo>
                  <a:pt x="451823" y="579446"/>
                  <a:pt x="381467" y="608133"/>
                  <a:pt x="304491" y="608133"/>
                </a:cubicBezTo>
                <a:cubicBezTo>
                  <a:pt x="286650" y="608133"/>
                  <a:pt x="269145" y="606564"/>
                  <a:pt x="252201" y="603539"/>
                </a:cubicBezTo>
                <a:close/>
                <a:moveTo>
                  <a:pt x="390862" y="244298"/>
                </a:moveTo>
                <a:lnTo>
                  <a:pt x="603101" y="244298"/>
                </a:lnTo>
                <a:cubicBezTo>
                  <a:pt x="606917" y="263684"/>
                  <a:pt x="609050" y="283631"/>
                  <a:pt x="609050" y="304026"/>
                </a:cubicBezTo>
                <a:cubicBezTo>
                  <a:pt x="609050" y="378210"/>
                  <a:pt x="582338" y="446118"/>
                  <a:pt x="538004" y="498898"/>
                </a:cubicBezTo>
                <a:close/>
                <a:moveTo>
                  <a:pt x="70934" y="109165"/>
                </a:moveTo>
                <a:lnTo>
                  <a:pt x="218188" y="363836"/>
                </a:lnTo>
                <a:lnTo>
                  <a:pt x="5949" y="363836"/>
                </a:lnTo>
                <a:cubicBezTo>
                  <a:pt x="2020" y="344453"/>
                  <a:pt x="0" y="324509"/>
                  <a:pt x="0" y="304006"/>
                </a:cubicBezTo>
                <a:cubicBezTo>
                  <a:pt x="0" y="229946"/>
                  <a:pt x="26712" y="162049"/>
                  <a:pt x="70934" y="109165"/>
                </a:cubicBezTo>
                <a:close/>
                <a:moveTo>
                  <a:pt x="402112" y="16018"/>
                </a:moveTo>
                <a:cubicBezTo>
                  <a:pt x="489196" y="45494"/>
                  <a:pt x="558774" y="113413"/>
                  <a:pt x="590420" y="199488"/>
                </a:cubicBezTo>
                <a:lnTo>
                  <a:pt x="295951" y="199488"/>
                </a:lnTo>
                <a:close/>
                <a:moveTo>
                  <a:pt x="304447" y="0"/>
                </a:moveTo>
                <a:cubicBezTo>
                  <a:pt x="322288" y="0"/>
                  <a:pt x="339793" y="1569"/>
                  <a:pt x="356849" y="4482"/>
                </a:cubicBezTo>
                <a:lnTo>
                  <a:pt x="209517" y="259187"/>
                </a:lnTo>
                <a:lnTo>
                  <a:pt x="103590" y="75862"/>
                </a:lnTo>
                <a:cubicBezTo>
                  <a:pt x="157227" y="28686"/>
                  <a:pt x="227583" y="0"/>
                  <a:pt x="30444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p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1629808" y="1050385"/>
            <a:ext cx="4384427" cy="331932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⑨音乐模块：通过mcisendstring、playsound等一系列函数，实现音乐与音效的触发与播放。</a:t>
            </a: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  <p:sp>
        <p:nvSpPr>
          <p:cNvPr id="51" name="椭圆 50"/>
          <p:cNvSpPr/>
          <p:nvPr>
            <p:custDataLst>
              <p:tags r:id="rId12"/>
            </p:custDataLst>
          </p:nvPr>
        </p:nvSpPr>
        <p:spPr>
          <a:xfrm>
            <a:off x="6071870" y="951230"/>
            <a:ext cx="769620" cy="7785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数据库_001"/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6393180" y="1230630"/>
            <a:ext cx="371475" cy="43370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05878" h="588607">
                <a:moveTo>
                  <a:pt x="0" y="414864"/>
                </a:moveTo>
                <a:cubicBezTo>
                  <a:pt x="41777" y="443695"/>
                  <a:pt x="127609" y="467215"/>
                  <a:pt x="252939" y="467215"/>
                </a:cubicBezTo>
                <a:cubicBezTo>
                  <a:pt x="378269" y="467215"/>
                  <a:pt x="464101" y="444453"/>
                  <a:pt x="505878" y="414864"/>
                </a:cubicBezTo>
                <a:lnTo>
                  <a:pt x="505878" y="497563"/>
                </a:lnTo>
                <a:cubicBezTo>
                  <a:pt x="505878" y="499080"/>
                  <a:pt x="505878" y="501356"/>
                  <a:pt x="505119" y="502115"/>
                </a:cubicBezTo>
                <a:cubicBezTo>
                  <a:pt x="492206" y="551431"/>
                  <a:pt x="385865" y="588607"/>
                  <a:pt x="252939" y="588607"/>
                </a:cubicBezTo>
                <a:cubicBezTo>
                  <a:pt x="120013" y="588607"/>
                  <a:pt x="12913" y="551431"/>
                  <a:pt x="760" y="502115"/>
                </a:cubicBezTo>
                <a:cubicBezTo>
                  <a:pt x="0" y="500597"/>
                  <a:pt x="0" y="499080"/>
                  <a:pt x="0" y="497563"/>
                </a:cubicBezTo>
                <a:close/>
                <a:moveTo>
                  <a:pt x="0" y="282911"/>
                </a:moveTo>
                <a:cubicBezTo>
                  <a:pt x="12913" y="292016"/>
                  <a:pt x="30383" y="300363"/>
                  <a:pt x="50132" y="307192"/>
                </a:cubicBezTo>
                <a:cubicBezTo>
                  <a:pt x="92668" y="321609"/>
                  <a:pt x="151915" y="332232"/>
                  <a:pt x="226354" y="334508"/>
                </a:cubicBezTo>
                <a:cubicBezTo>
                  <a:pt x="235469" y="334508"/>
                  <a:pt x="243824" y="334508"/>
                  <a:pt x="252939" y="334508"/>
                </a:cubicBezTo>
                <a:cubicBezTo>
                  <a:pt x="262054" y="334508"/>
                  <a:pt x="270409" y="334508"/>
                  <a:pt x="279524" y="334508"/>
                </a:cubicBezTo>
                <a:cubicBezTo>
                  <a:pt x="353203" y="332232"/>
                  <a:pt x="412450" y="322368"/>
                  <a:pt x="454986" y="307192"/>
                </a:cubicBezTo>
                <a:cubicBezTo>
                  <a:pt x="475495" y="300363"/>
                  <a:pt x="492965" y="292016"/>
                  <a:pt x="505878" y="282911"/>
                </a:cubicBezTo>
                <a:lnTo>
                  <a:pt x="505878" y="354995"/>
                </a:lnTo>
                <a:lnTo>
                  <a:pt x="505878" y="360307"/>
                </a:lnTo>
                <a:lnTo>
                  <a:pt x="505878" y="364859"/>
                </a:lnTo>
                <a:lnTo>
                  <a:pt x="505878" y="378518"/>
                </a:lnTo>
                <a:cubicBezTo>
                  <a:pt x="477014" y="408110"/>
                  <a:pt x="380548" y="436185"/>
                  <a:pt x="252939" y="436185"/>
                </a:cubicBezTo>
                <a:cubicBezTo>
                  <a:pt x="125330" y="436185"/>
                  <a:pt x="28864" y="408110"/>
                  <a:pt x="0" y="378518"/>
                </a:cubicBezTo>
                <a:lnTo>
                  <a:pt x="0" y="364859"/>
                </a:lnTo>
                <a:lnTo>
                  <a:pt x="0" y="360307"/>
                </a:lnTo>
                <a:lnTo>
                  <a:pt x="0" y="354995"/>
                </a:lnTo>
                <a:close/>
                <a:moveTo>
                  <a:pt x="0" y="150959"/>
                </a:moveTo>
                <a:cubicBezTo>
                  <a:pt x="49373" y="184325"/>
                  <a:pt x="153435" y="202524"/>
                  <a:pt x="252939" y="202524"/>
                </a:cubicBezTo>
                <a:cubicBezTo>
                  <a:pt x="352444" y="202524"/>
                  <a:pt x="456506" y="184325"/>
                  <a:pt x="505878" y="150959"/>
                </a:cubicBezTo>
                <a:lnTo>
                  <a:pt x="505878" y="222240"/>
                </a:lnTo>
                <a:lnTo>
                  <a:pt x="505878" y="227549"/>
                </a:lnTo>
                <a:lnTo>
                  <a:pt x="505878" y="232857"/>
                </a:lnTo>
                <a:lnTo>
                  <a:pt x="505878" y="245748"/>
                </a:lnTo>
                <a:cubicBezTo>
                  <a:pt x="479293" y="273806"/>
                  <a:pt x="394220" y="299588"/>
                  <a:pt x="280284" y="302622"/>
                </a:cubicBezTo>
                <a:cubicBezTo>
                  <a:pt x="279524" y="302622"/>
                  <a:pt x="278005" y="303380"/>
                  <a:pt x="277246" y="303380"/>
                </a:cubicBezTo>
                <a:cubicBezTo>
                  <a:pt x="273448" y="303380"/>
                  <a:pt x="270409" y="303380"/>
                  <a:pt x="266611" y="303380"/>
                </a:cubicBezTo>
                <a:cubicBezTo>
                  <a:pt x="262054" y="303380"/>
                  <a:pt x="257497" y="303380"/>
                  <a:pt x="252939" y="303380"/>
                </a:cubicBezTo>
                <a:cubicBezTo>
                  <a:pt x="248382" y="303380"/>
                  <a:pt x="243824" y="303380"/>
                  <a:pt x="239267" y="303380"/>
                </a:cubicBezTo>
                <a:cubicBezTo>
                  <a:pt x="235469" y="303380"/>
                  <a:pt x="232431" y="303380"/>
                  <a:pt x="228633" y="303380"/>
                </a:cubicBezTo>
                <a:cubicBezTo>
                  <a:pt x="227873" y="302622"/>
                  <a:pt x="226354" y="302622"/>
                  <a:pt x="225594" y="302622"/>
                </a:cubicBezTo>
                <a:cubicBezTo>
                  <a:pt x="111658" y="299588"/>
                  <a:pt x="26585" y="273806"/>
                  <a:pt x="0" y="245748"/>
                </a:cubicBezTo>
                <a:lnTo>
                  <a:pt x="0" y="232857"/>
                </a:lnTo>
                <a:lnTo>
                  <a:pt x="0" y="227549"/>
                </a:lnTo>
                <a:lnTo>
                  <a:pt x="0" y="222240"/>
                </a:lnTo>
                <a:close/>
                <a:moveTo>
                  <a:pt x="252939" y="0"/>
                </a:moveTo>
                <a:cubicBezTo>
                  <a:pt x="406374" y="0"/>
                  <a:pt x="493725" y="43229"/>
                  <a:pt x="505119" y="86459"/>
                </a:cubicBezTo>
                <a:cubicBezTo>
                  <a:pt x="505878" y="87976"/>
                  <a:pt x="505878" y="89492"/>
                  <a:pt x="505878" y="91009"/>
                </a:cubicBezTo>
                <a:lnTo>
                  <a:pt x="505878" y="96318"/>
                </a:lnTo>
                <a:lnTo>
                  <a:pt x="505878" y="114520"/>
                </a:lnTo>
                <a:cubicBezTo>
                  <a:pt x="477774" y="144098"/>
                  <a:pt x="381308" y="172159"/>
                  <a:pt x="252939" y="172159"/>
                </a:cubicBezTo>
                <a:cubicBezTo>
                  <a:pt x="124571" y="172159"/>
                  <a:pt x="28104" y="144098"/>
                  <a:pt x="0" y="114520"/>
                </a:cubicBezTo>
                <a:lnTo>
                  <a:pt x="0" y="96318"/>
                </a:lnTo>
                <a:lnTo>
                  <a:pt x="0" y="91009"/>
                </a:lnTo>
                <a:cubicBezTo>
                  <a:pt x="0" y="89492"/>
                  <a:pt x="0" y="87217"/>
                  <a:pt x="1519" y="85700"/>
                </a:cubicBezTo>
                <a:cubicBezTo>
                  <a:pt x="12913" y="42471"/>
                  <a:pt x="100264" y="0"/>
                  <a:pt x="2529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p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6866252" y="1073245"/>
            <a:ext cx="4384427" cy="331932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汉仪旗黑-85S" panose="00020600040101010101" charset="-128"/>
                <a:ea typeface="汉仪旗黑-85S" panose="00020600040101010101" charset="-128"/>
              </a:rPr>
              <a:t>⑩引导模块：通过一系列变量储存游戏进度，结合语音模块与碰撞检测模块，并通过场景阻拦等方式，引导玩家遵循游戏流程，以获得最佳游戏体验。</a:t>
            </a: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汉仪旗黑-85S" panose="00020600040101010101" charset="-128"/>
              <a:ea typeface="汉仪旗黑-85S" panose="00020600040101010101" charset="-128"/>
            </a:endParaRPr>
          </a:p>
        </p:txBody>
      </p:sp>
      <p:sp>
        <p:nvSpPr>
          <p:cNvPr id="22" name="椭圆 21"/>
          <p:cNvSpPr/>
          <p:nvPr>
            <p:custDataLst>
              <p:tags r:id="rId15"/>
            </p:custDataLst>
          </p:nvPr>
        </p:nvSpPr>
        <p:spPr>
          <a:xfrm>
            <a:off x="821690" y="2670175"/>
            <a:ext cx="777875" cy="746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笔记本_002"/>
          <p:cNvSpPr>
            <a:spLocks noChangeAspect="1"/>
          </p:cNvSpPr>
          <p:nvPr>
            <p:custDataLst>
              <p:tags r:id="rId16"/>
            </p:custDataLst>
          </p:nvPr>
        </p:nvSpPr>
        <p:spPr bwMode="auto">
          <a:xfrm>
            <a:off x="1186180" y="2919095"/>
            <a:ext cx="327660" cy="432435"/>
          </a:xfrm>
          <a:custGeom>
            <a:avLst/>
            <a:gdLst>
              <a:gd name="T0" fmla="*/ 532 w 3373"/>
              <a:gd name="T1" fmla="*/ 381 h 4441"/>
              <a:gd name="T2" fmla="*/ 3373 w 3373"/>
              <a:gd name="T3" fmla="*/ 381 h 4441"/>
              <a:gd name="T4" fmla="*/ 3373 w 3373"/>
              <a:gd name="T5" fmla="*/ 0 h 4441"/>
              <a:gd name="T6" fmla="*/ 532 w 3373"/>
              <a:gd name="T7" fmla="*/ 0 h 4441"/>
              <a:gd name="T8" fmla="*/ 0 w 3373"/>
              <a:gd name="T9" fmla="*/ 532 h 4441"/>
              <a:gd name="T10" fmla="*/ 0 w 3373"/>
              <a:gd name="T11" fmla="*/ 4012 h 4441"/>
              <a:gd name="T12" fmla="*/ 429 w 3373"/>
              <a:gd name="T13" fmla="*/ 4441 h 4441"/>
              <a:gd name="T14" fmla="*/ 3373 w 3373"/>
              <a:gd name="T15" fmla="*/ 4441 h 4441"/>
              <a:gd name="T16" fmla="*/ 3373 w 3373"/>
              <a:gd name="T17" fmla="*/ 683 h 4441"/>
              <a:gd name="T18" fmla="*/ 532 w 3373"/>
              <a:gd name="T19" fmla="*/ 683 h 4441"/>
              <a:gd name="T20" fmla="*/ 381 w 3373"/>
              <a:gd name="T21" fmla="*/ 532 h 4441"/>
              <a:gd name="T22" fmla="*/ 532 w 3373"/>
              <a:gd name="T23" fmla="*/ 381 h 4441"/>
              <a:gd name="T24" fmla="*/ 1397 w 3373"/>
              <a:gd name="T25" fmla="*/ 3011 h 4441"/>
              <a:gd name="T26" fmla="*/ 2854 w 3373"/>
              <a:gd name="T27" fmla="*/ 3011 h 4441"/>
              <a:gd name="T28" fmla="*/ 2854 w 3373"/>
              <a:gd name="T29" fmla="*/ 3794 h 4441"/>
              <a:gd name="T30" fmla="*/ 1397 w 3373"/>
              <a:gd name="T31" fmla="*/ 3794 h 4441"/>
              <a:gd name="T32" fmla="*/ 1397 w 3373"/>
              <a:gd name="T33" fmla="*/ 3011 h 4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373" h="4441">
                <a:moveTo>
                  <a:pt x="532" y="381"/>
                </a:moveTo>
                <a:lnTo>
                  <a:pt x="3373" y="381"/>
                </a:lnTo>
                <a:lnTo>
                  <a:pt x="3373" y="0"/>
                </a:lnTo>
                <a:lnTo>
                  <a:pt x="532" y="0"/>
                </a:lnTo>
                <a:cubicBezTo>
                  <a:pt x="239" y="0"/>
                  <a:pt x="0" y="239"/>
                  <a:pt x="0" y="532"/>
                </a:cubicBezTo>
                <a:lnTo>
                  <a:pt x="0" y="4012"/>
                </a:lnTo>
                <a:cubicBezTo>
                  <a:pt x="0" y="4248"/>
                  <a:pt x="192" y="4441"/>
                  <a:pt x="429" y="4441"/>
                </a:cubicBezTo>
                <a:lnTo>
                  <a:pt x="3373" y="4441"/>
                </a:lnTo>
                <a:lnTo>
                  <a:pt x="3373" y="683"/>
                </a:lnTo>
                <a:lnTo>
                  <a:pt x="532" y="683"/>
                </a:lnTo>
                <a:cubicBezTo>
                  <a:pt x="449" y="683"/>
                  <a:pt x="381" y="616"/>
                  <a:pt x="381" y="532"/>
                </a:cubicBezTo>
                <a:cubicBezTo>
                  <a:pt x="381" y="449"/>
                  <a:pt x="449" y="381"/>
                  <a:pt x="532" y="381"/>
                </a:cubicBezTo>
                <a:close/>
                <a:moveTo>
                  <a:pt x="1397" y="3011"/>
                </a:moveTo>
                <a:lnTo>
                  <a:pt x="2854" y="3011"/>
                </a:lnTo>
                <a:lnTo>
                  <a:pt x="2854" y="3794"/>
                </a:lnTo>
                <a:lnTo>
                  <a:pt x="1397" y="3794"/>
                </a:lnTo>
                <a:lnTo>
                  <a:pt x="1397" y="30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p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7"/>
            </p:custDataLst>
          </p:nvPr>
        </p:nvSpPr>
        <p:spPr>
          <a:xfrm>
            <a:off x="1629808" y="2884066"/>
            <a:ext cx="4384427" cy="331932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汉仪旗黑-85S" panose="00020600040101010101" charset="-128"/>
                <a:ea typeface="汉仪旗黑-85S" panose="00020600040101010101" charset="-128"/>
              </a:rPr>
              <a:t>⑪行动模块：通过增加四个方向的移动，改变绘制逻辑，使主人公行动更加自如，同时增强了怪物循迹时的真实性，通过随机函数建立了怪物自主活动状态，更加符合逻辑。</a:t>
            </a: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汉仪旗黑-85S" panose="00020600040101010101" charset="-128"/>
              <a:ea typeface="汉仪旗黑-85S" panose="00020600040101010101" charset="-128"/>
            </a:endParaRPr>
          </a:p>
        </p:txBody>
      </p:sp>
      <p:sp>
        <p:nvSpPr>
          <p:cNvPr id="57" name="椭圆 56"/>
          <p:cNvSpPr/>
          <p:nvPr>
            <p:custDataLst>
              <p:tags r:id="rId18"/>
            </p:custDataLst>
          </p:nvPr>
        </p:nvSpPr>
        <p:spPr>
          <a:xfrm>
            <a:off x="6071870" y="2670810"/>
            <a:ext cx="769620" cy="746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盒子_001"/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6356350" y="2931795"/>
            <a:ext cx="417195" cy="417195"/>
          </a:xfrm>
          <a:custGeom>
            <a:avLst/>
            <a:gdLst>
              <a:gd name="connsiteX0" fmla="*/ 231499 w 609191"/>
              <a:gd name="connsiteY0" fmla="*/ 251036 h 607710"/>
              <a:gd name="connsiteX1" fmla="*/ 180078 w 609191"/>
              <a:gd name="connsiteY1" fmla="*/ 302378 h 607710"/>
              <a:gd name="connsiteX2" fmla="*/ 231499 w 609191"/>
              <a:gd name="connsiteY2" fmla="*/ 353720 h 607710"/>
              <a:gd name="connsiteX3" fmla="*/ 377694 w 609191"/>
              <a:gd name="connsiteY3" fmla="*/ 353720 h 607710"/>
              <a:gd name="connsiteX4" fmla="*/ 429114 w 609191"/>
              <a:gd name="connsiteY4" fmla="*/ 302378 h 607710"/>
              <a:gd name="connsiteX5" fmla="*/ 377694 w 609191"/>
              <a:gd name="connsiteY5" fmla="*/ 251036 h 607710"/>
              <a:gd name="connsiteX6" fmla="*/ 24910 w 609191"/>
              <a:gd name="connsiteY6" fmla="*/ 187916 h 607710"/>
              <a:gd name="connsiteX7" fmla="*/ 27027 w 609191"/>
              <a:gd name="connsiteY7" fmla="*/ 187916 h 607710"/>
              <a:gd name="connsiteX8" fmla="*/ 582165 w 609191"/>
              <a:gd name="connsiteY8" fmla="*/ 187916 h 607710"/>
              <a:gd name="connsiteX9" fmla="*/ 584282 w 609191"/>
              <a:gd name="connsiteY9" fmla="*/ 187916 h 607710"/>
              <a:gd name="connsiteX10" fmla="*/ 584282 w 609191"/>
              <a:gd name="connsiteY10" fmla="*/ 556972 h 607710"/>
              <a:gd name="connsiteX11" fmla="*/ 533467 w 609191"/>
              <a:gd name="connsiteY11" fmla="*/ 607710 h 607710"/>
              <a:gd name="connsiteX12" fmla="*/ 75725 w 609191"/>
              <a:gd name="connsiteY12" fmla="*/ 607710 h 607710"/>
              <a:gd name="connsiteX13" fmla="*/ 24910 w 609191"/>
              <a:gd name="connsiteY13" fmla="*/ 556972 h 607710"/>
              <a:gd name="connsiteX14" fmla="*/ 27022 w 609191"/>
              <a:gd name="connsiteY14" fmla="*/ 0 h 607710"/>
              <a:gd name="connsiteX15" fmla="*/ 582170 w 609191"/>
              <a:gd name="connsiteY15" fmla="*/ 0 h 607710"/>
              <a:gd name="connsiteX16" fmla="*/ 609191 w 609191"/>
              <a:gd name="connsiteY16" fmla="*/ 26882 h 607710"/>
              <a:gd name="connsiteX17" fmla="*/ 609191 w 609191"/>
              <a:gd name="connsiteY17" fmla="*/ 102293 h 607710"/>
              <a:gd name="connsiteX18" fmla="*/ 582170 w 609191"/>
              <a:gd name="connsiteY18" fmla="*/ 129276 h 607710"/>
              <a:gd name="connsiteX19" fmla="*/ 27022 w 609191"/>
              <a:gd name="connsiteY19" fmla="*/ 129276 h 607710"/>
              <a:gd name="connsiteX20" fmla="*/ 0 w 609191"/>
              <a:gd name="connsiteY20" fmla="*/ 102293 h 607710"/>
              <a:gd name="connsiteX21" fmla="*/ 0 w 609191"/>
              <a:gd name="connsiteY21" fmla="*/ 26882 h 607710"/>
              <a:gd name="connsiteX22" fmla="*/ 27022 w 609191"/>
              <a:gd name="connsiteY22" fmla="*/ 0 h 60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9191" h="607710">
                <a:moveTo>
                  <a:pt x="231499" y="251036"/>
                </a:moveTo>
                <a:cubicBezTo>
                  <a:pt x="203066" y="251036"/>
                  <a:pt x="180078" y="273989"/>
                  <a:pt x="180078" y="302378"/>
                </a:cubicBezTo>
                <a:cubicBezTo>
                  <a:pt x="180078" y="330666"/>
                  <a:pt x="203066" y="353720"/>
                  <a:pt x="231499" y="353720"/>
                </a:cubicBezTo>
                <a:lnTo>
                  <a:pt x="377694" y="353720"/>
                </a:lnTo>
                <a:cubicBezTo>
                  <a:pt x="406126" y="353720"/>
                  <a:pt x="429114" y="330666"/>
                  <a:pt x="429114" y="302378"/>
                </a:cubicBezTo>
                <a:cubicBezTo>
                  <a:pt x="429114" y="273989"/>
                  <a:pt x="406126" y="251036"/>
                  <a:pt x="377694" y="251036"/>
                </a:cubicBezTo>
                <a:close/>
                <a:moveTo>
                  <a:pt x="24910" y="187916"/>
                </a:moveTo>
                <a:cubicBezTo>
                  <a:pt x="25616" y="187916"/>
                  <a:pt x="26221" y="187916"/>
                  <a:pt x="27027" y="187916"/>
                </a:cubicBezTo>
                <a:lnTo>
                  <a:pt x="582165" y="187916"/>
                </a:lnTo>
                <a:cubicBezTo>
                  <a:pt x="582871" y="187916"/>
                  <a:pt x="583576" y="187916"/>
                  <a:pt x="584282" y="187916"/>
                </a:cubicBezTo>
                <a:lnTo>
                  <a:pt x="584282" y="556972"/>
                </a:lnTo>
                <a:cubicBezTo>
                  <a:pt x="584282" y="584959"/>
                  <a:pt x="561496" y="607710"/>
                  <a:pt x="533467" y="607710"/>
                </a:cubicBezTo>
                <a:lnTo>
                  <a:pt x="75725" y="607710"/>
                </a:lnTo>
                <a:cubicBezTo>
                  <a:pt x="47596" y="607710"/>
                  <a:pt x="24910" y="584959"/>
                  <a:pt x="24910" y="556972"/>
                </a:cubicBezTo>
                <a:close/>
                <a:moveTo>
                  <a:pt x="27022" y="0"/>
                </a:moveTo>
                <a:lnTo>
                  <a:pt x="582170" y="0"/>
                </a:lnTo>
                <a:cubicBezTo>
                  <a:pt x="597092" y="0"/>
                  <a:pt x="609191" y="11981"/>
                  <a:pt x="609191" y="26882"/>
                </a:cubicBezTo>
                <a:lnTo>
                  <a:pt x="609191" y="102293"/>
                </a:lnTo>
                <a:cubicBezTo>
                  <a:pt x="609191" y="117194"/>
                  <a:pt x="597092" y="129276"/>
                  <a:pt x="582170" y="129276"/>
                </a:cubicBezTo>
                <a:lnTo>
                  <a:pt x="27022" y="129276"/>
                </a:lnTo>
                <a:cubicBezTo>
                  <a:pt x="12099" y="129276"/>
                  <a:pt x="0" y="117194"/>
                  <a:pt x="0" y="102293"/>
                </a:cubicBezTo>
                <a:lnTo>
                  <a:pt x="0" y="26882"/>
                </a:lnTo>
                <a:cubicBezTo>
                  <a:pt x="0" y="11981"/>
                  <a:pt x="12099" y="0"/>
                  <a:pt x="270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p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20"/>
            </p:custDataLst>
          </p:nvPr>
        </p:nvSpPr>
        <p:spPr>
          <a:xfrm>
            <a:off x="2064385" y="5365750"/>
            <a:ext cx="8195310" cy="1232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汉仪旗黑-85S" panose="00020600040101010101" charset="-128"/>
                <a:ea typeface="汉仪旗黑-85S" panose="00020600040101010101" charset="-128"/>
                <a:sym typeface="+mn-ea"/>
              </a:rPr>
              <a:t>⑬场景交互模块：仿照经典游戏的做法，通过闪光实体标记特殊点位，并通过实体作为NPC变相实现对话框的呼出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6" name="文本框 85"/>
          <p:cNvSpPr txBox="1"/>
          <p:nvPr>
            <p:custDataLst>
              <p:tags r:id="rId21"/>
            </p:custDataLst>
          </p:nvPr>
        </p:nvSpPr>
        <p:spPr>
          <a:xfrm>
            <a:off x="6871967" y="3237126"/>
            <a:ext cx="4384427" cy="331932"/>
          </a:xfrm>
          <a:prstGeom prst="rect">
            <a:avLst/>
          </a:prstGeom>
          <a:noFill/>
        </p:spPr>
        <p:txBody>
          <a:bodyPr wrap="square" rtlCol="0"/>
          <a:p>
            <a:pPr algn="l"/>
            <a:r>
              <a:rPr lang="zh-CN" altLang="en-US" sz="2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汉仪旗黑-85S" panose="00020600040101010101" charset="-128"/>
                <a:ea typeface="汉仪旗黑-85S" panose="00020600040101010101" charset="-128"/>
                <a:cs typeface="汉仪旗黑-85S" panose="00020600040101010101" charset="-128"/>
              </a:rPr>
              <a:t>⑫场景切换模块：通过特殊地图模块检测等，实现人物进出建筑、地图切换标记，实现“鬼打墙”谜题。</a:t>
            </a: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汉仪旗黑-85S" panose="00020600040101010101" charset="-128"/>
              <a:ea typeface="汉仪旗黑-85S" panose="00020600040101010101" charset="-128"/>
              <a:cs typeface="汉仪旗黑-85S" panose="00020600040101010101" charset="-128"/>
            </a:endParaRPr>
          </a:p>
        </p:txBody>
      </p:sp>
    </p:spTree>
    <p:custDataLst>
      <p:tags r:id="rId22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82825" y="2898775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04</a:t>
            </a:r>
            <a:endParaRPr lang="en-US" altLang="zh-CN" sz="6600" b="1" spc="2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82825" y="2627630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PART ONE</a:t>
            </a:r>
            <a:endParaRPr lang="en-US" altLang="zh-CN" b="1" spc="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>
            <a:off x="2428875" y="4004310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总结与感悟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5" name="图片 4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总结与感悟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9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1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2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6"/>
          <p:cNvSpPr txBox="1"/>
          <p:nvPr>
            <p:custDataLst>
              <p:tags r:id="rId14"/>
            </p:custDataLst>
          </p:nvPr>
        </p:nvSpPr>
        <p:spPr>
          <a:xfrm>
            <a:off x="1892883" y="1731304"/>
            <a:ext cx="8382634" cy="430927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indent="457200"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设计游戏的时候，出现了诸多问题，一开始是对win32框架的不了解，但是这个在慢慢解读与模仿中逐渐克服，后来是诸多或大或小的问题，如绘制出错、碰撞检测崩坏、人物语言交互出错、场景切换循环等一系列不同的bug，通过不停的打断点，调试，改变逻辑，都一一得到了解决。
例：
（1）试图实现音乐模块，却发现mcisendstring函数总是不能成功使用，多次尝试未果，最后被迫使用PlaySound函数，但是此函数不能多线程播放，为了实现音效，再次攻克旧题，在各种努力下，发现是由于函数的限制，文件名不得过长，最终解决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5" name="图片 4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总结与感悟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9"/>
            </p:custDataLst>
          </p:nvPr>
        </p:nvSpPr>
        <p:spPr>
          <a:xfrm>
            <a:off x="1626212" y="1496376"/>
            <a:ext cx="8915978" cy="477913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>
            <a:off x="1772264" y="1218995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1"/>
            </p:custDataLst>
          </p:nvPr>
        </p:nvCxnSpPr>
        <p:spPr>
          <a:xfrm>
            <a:off x="1626210" y="128778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2"/>
            </p:custDataLst>
          </p:nvPr>
        </p:nvCxnSpPr>
        <p:spPr>
          <a:xfrm>
            <a:off x="10166179" y="6085167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>
            <a:off x="10020125" y="6153960"/>
            <a:ext cx="398934" cy="398934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6"/>
          <p:cNvSpPr txBox="1"/>
          <p:nvPr>
            <p:custDataLst>
              <p:tags r:id="rId14"/>
            </p:custDataLst>
          </p:nvPr>
        </p:nvSpPr>
        <p:spPr>
          <a:xfrm>
            <a:off x="1892883" y="1844582"/>
            <a:ext cx="8382634" cy="408272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尝试绘制任务模块，却无论如何无法实现文字的绘制，断点调试发现绘制逻辑疑似有问题，通过变量监视等手段不断猜测，寻找可能存在的漏洞，最终发现与绘制的顺序有关，调整了绘制的顺序后便成功绘制。
（3）试图实现怪物自动攻击AI，却存在计时器无法试用，攻击特效绘制不出来，血量掉减过快等各种问题，多次调试，最终改变了使用的计时器逻辑，同时修改了绘制逻辑，成功解决。
（4）尝试实现正确的人物遮挡关系，修改了碰撞检测的参数，却导致了地图切换逻辑出现</a:t>
            </a:r>
            <a:r>
              <a:rPr lang="zh-CN" altLang="en-US" sz="18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错误，死循环，最终不断摸索参数，测试，选择了最合适的参数。
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总结与感悟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1585071" y="1837436"/>
            <a:ext cx="9021857" cy="4097528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感悟：
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作业真的让我学到了很多，首先是深刻体会了何为系统工程，整个大作业的代码量极其庞大，到我最后完成时，代码量已逾五千行，面对这么庞大的工程，各模块又联系密切，可谓牵一发而动全身，经常改一个bug会带来更多bug。这也提醒我凡事要思虑周全，特别是写之前一定要考虑到各个方面，从一个事物的建立，发展到消灭，全流程的考虑才是正确的考虑。
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到后期，发现自己对集成化的开发仍是掌握不到位，许多本来应该集成的代码只能用麻烦的方法多层判断实现，不仅使代码又臭又长，又引发了很多隐患，后患无穷，自己平时在写小作业的时候也有这个问题，必须引起重视，强化一下自己的编程思维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总结与感悟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457155" y="1771634"/>
            <a:ext cx="11277678" cy="422912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indent="457200"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写大作业的过程中，从有了一个想法到设计出来的过程是很奇妙的，特别是我在设计鬼打墙与密码锁的过程中，二者均源自我早年玩恐怖解密RPG游戏的经历，因此特别想将其实现到自己的游戏中。真正去做的时候却面临很多困难，发现自己基本一窍不通，只能通过有限的模块，多样的组合实现独特的功能，鬼打墙关卡的谜题我在平板上画了好久的地图，最终确定为现在的逻辑，感觉是有一定趣味性的，解密密码则偏向于文字设计，但是由于量太少，最终呈现效果可能不佳，但是至少做到了第一步，以后就可以设计更多的交互与密码，甚至可以增加恐怖元素。
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但很多时候一个想法未必真的能落到实际，理想和现实还是差异蛮大的。拿道具栏来说，我最初想要实现道具掉落、拾取以及半悬浮式的道具栏，却因为工作量与个人思路的局限未能实现。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总结与感悟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457161" y="1602604"/>
            <a:ext cx="11277678" cy="456719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indent="457200"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此之外，整个游戏的流程也并不长，很多该酝酿的东西没能实现，导致游戏实操感受可能不佳。游戏在美工上更有所欠缺，各类界面的设计是基于最早的绿色相间界面设计的，后期也没再修改，整体游戏美术风格仍是太大众化不够新奇，对UI等的设计也不够细致，最后，游戏还存在许多大大小小的bug，个人精力受限，难以做到十全十美……
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的来说，本次大作业开发是一次新奇的体验，也给了我许多快乐，当然也有痛苦，但如今游戏雏形已成，更多的是成就感。游戏最终的主题与走向，可能也是印了我这段时间生活的现状，表达了我的一些愿景与思考，甚至于可以说是一个“自画像”或者“自传”，换句话说，这个游戏更像是我的“孩子”，承载了我的意识与信念。
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在游戏的结尾，我写到“祝诸君，且行且歌，抵于心之彼岸”，我再次把这句话在这里抛出，以勉励我自己，更与大家共勉！
</a:t>
            </a:r>
            <a:r>
              <a:rPr altLang="zh-CN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以上拙见，有不当处恳请批评指正。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82825" y="2898775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05</a:t>
            </a:r>
            <a:endParaRPr lang="en-US" altLang="zh-CN" sz="6600" b="1" spc="20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282825" y="2627630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PART ONE</a:t>
            </a:r>
            <a:endParaRPr lang="en-US" altLang="zh-CN" b="1" spc="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>
            <a:off x="2428875" y="4004310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参考资料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88645"/>
          </a:xfrm>
          <a:prstGeom prst="rect">
            <a:avLst/>
          </a:prstGeom>
        </p:spPr>
      </p:pic>
      <p:pic>
        <p:nvPicPr>
          <p:cNvPr id="2" name="图片 1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14985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457204" y="914407"/>
            <a:ext cx="11277690" cy="12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457204" y="152401"/>
            <a:ext cx="11277690" cy="60960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 fontScale="900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dirty="0" err="1">
                <a:solidFill>
                  <a:schemeClr val="dk1"/>
                </a:solidFill>
                <a:latin typeface="汉仪旗黑-85S" panose="00020600040101010101" charset="-128"/>
                <a:ea typeface="汉仪旗黑-85S" panose="00020600040101010101" charset="-128"/>
                <a:sym typeface="微软雅黑" panose="020B0503020204020204" charset="-122"/>
              </a:rPr>
              <a:t>参考资料</a:t>
            </a:r>
            <a:endParaRPr lang="zh-CN" dirty="0" err="1">
              <a:solidFill>
                <a:schemeClr val="dk1"/>
              </a:solidFill>
              <a:latin typeface="汉仪旗黑-85S" panose="00020600040101010101" charset="-128"/>
              <a:ea typeface="汉仪旗黑-85S" panose="00020600040101010101" charset="-128"/>
              <a:sym typeface="微软雅黑" panose="020B0503020204020204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9"/>
            </p:custDataLst>
          </p:nvPr>
        </p:nvSpPr>
        <p:spPr>
          <a:xfrm>
            <a:off x="1546225" y="1697990"/>
            <a:ext cx="9853295" cy="409765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[1]Pokémon,Nintendo,The Pokemon company,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18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https://www.pokemon.cn/
[2]Feather Of Praying,Eternal Dream,
https://store.steampowered.com/app/869840/__Feather_Of_Praying/</a:t>
            </a:r>
            <a:endParaRPr lang="zh-CN" altLang="en-US" sz="18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6730982" y="2200592"/>
            <a:ext cx="1520190" cy="50673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/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文本框 5"/>
          <p:cNvSpPr txBox="1"/>
          <p:nvPr>
            <p:custDataLst>
              <p:tags r:id="rId2"/>
            </p:custDataLst>
          </p:nvPr>
        </p:nvSpPr>
        <p:spPr>
          <a:xfrm>
            <a:off x="6852902" y="2244407"/>
            <a:ext cx="1276350" cy="4191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en-US" altLang="zh-CN" sz="2800" b="1" spc="200">
                <a:solidFill>
                  <a:schemeClr val="l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202X</a:t>
            </a:r>
            <a:endParaRPr lang="en-US" altLang="zh-CN" sz="2800" b="1" spc="200">
              <a:solidFill>
                <a:schemeClr val="lt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谢谢</a:t>
            </a:r>
            <a:endParaRPr lang="zh-CN" altLang="en-US">
              <a:solidFill>
                <a:schemeClr val="dk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37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37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TEMPLATE_THUMBS_INDEX" val="1、4、7、8、9、10、11、16、19、20、22、23、26、31、34、37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537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1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1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48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04537_1*b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ISNUMDGMTITLE" val="0"/>
  <p:tag name="KSO_WM_UNIT_VALUE" val="8"/>
  <p:tag name="KSO_WM_UNIT_TYPE" val="b"/>
  <p:tag name="KSO_WM_UNIT_INDEX" val="2"/>
  <p:tag name="KSO_WM_UNIT_PRESET_TEXT" val="汇报人姓名"/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04537_1*b*3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ISNUMDGMTITLE" val="0"/>
  <p:tag name="KSO_WM_UNIT_VALUE" val="8"/>
  <p:tag name="KSO_WM_UNIT_TYPE" val="b"/>
  <p:tag name="KSO_WM_UNIT_INDEX" val="3"/>
  <p:tag name="KSO_WM_UNIT_PRESET_TEXT" val="汇报日期"/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1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工作汇报总结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p="http://schemas.openxmlformats.org/presentationml/2006/main">
  <p:tag name="KSO_WM_TEMPLATE_THUMBS_INDEX" val="1、4、7、8、9、10、11、16、19、20、22、23、26、31、34、37"/>
  <p:tag name="KSO_WM_SLIDE_ID" val="custom2020453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4537"/>
  <p:tag name="KSO_WM_SLIDE_LAYOUT" val="a_b"/>
  <p:tag name="KSO_WM_SLIDE_LAYOUT_CNT" val="1_3"/>
</p:tagLst>
</file>

<file path=ppt/tags/tag15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5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6915_5*i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6915_5*l_h_f*1_1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_BRIGHTNESS" val="0.25"/>
  <p:tag name="KSO_WM_UNIT_TEXT_FILL_FORE_SCHEMECOLOR_INDEX" val="13"/>
  <p:tag name="KSO_WM_UNIT_TEXT_FILL_TYPE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6915_5*l_h_i*1_1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6915_5*l_h_i*1_1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</p:tagLst>
</file>

<file path=ppt/tags/tag158.xml><?xml version="1.0" encoding="utf-8"?>
<p:tagLst xmlns:p="http://schemas.openxmlformats.org/presentationml/2006/main">
  <p:tag name="KSO_WM_UNIT_SUBTYPE" val="a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6915_5*l_h_f*1_2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_BRIGHTNESS" val="0.25"/>
  <p:tag name="KSO_WM_UNIT_TEXT_FILL_FORE_SCHEMECOLOR_INDEX" val="13"/>
  <p:tag name="KSO_WM_UNIT_TEXT_FILL_TYPE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6915_5*l_h_i*1_2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06915_5*l_h_i*1_2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</p:tagLst>
</file>

<file path=ppt/tags/tag16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6915_5*l_h_f*1_4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_BRIGHTNESS" val="0.25"/>
  <p:tag name="KSO_WM_UNIT_TEXT_FILL_FORE_SCHEMECOLOR_INDEX" val="13"/>
  <p:tag name="KSO_WM_UNIT_TEXT_FILL_TYPE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6915_5*l_h_i*1_4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06915_5*l_h_i*1_4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</p:tagLst>
</file>

<file path=ppt/tags/tag16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06915_5*l_h_f*1_5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_BRIGHTNESS" val="0.25"/>
  <p:tag name="KSO_WM_UNIT_TEXT_FILL_FORE_SCHEMECOLOR_INDEX" val="13"/>
  <p:tag name="KSO_WM_UNIT_TEXT_FILL_TYPE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6915_5*l_h_i*1_5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06915_5*l_h_i*1_5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</p:tagLst>
</file>

<file path=ppt/tags/tag16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6915_5*l_h_f*1_3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PRESET_TEXT" val="请言简意赅的阐述您的观点。"/>
  <p:tag name="KSO_WM_UNIT_TEXT_FILL_FORE_SCHEMECOLOR_INDEX_BRIGHTNESS" val="0.25"/>
  <p:tag name="KSO_WM_UNIT_TEXT_FILL_FORE_SCHEMECOLOR_INDEX" val="13"/>
  <p:tag name="KSO_WM_UNIT_TEXT_FILL_TYPE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6915_5*l_h_i*1_3_1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06915_5*l_h_i*1_3_2"/>
  <p:tag name="KSO_WM_TEMPLATE_CATEGORY" val="custom"/>
  <p:tag name="KSO_WM_TEMPLATE_INDEX" val="20206915"/>
  <p:tag name="KSO_WM_UNIT_LAYERLEVEL" val="1_1_1"/>
  <p:tag name="KSO_WM_TAG_VERSION" val="1.0"/>
  <p:tag name="KSO_WM_BEAUTIFY_FLAG" val="#wm#"/>
  <p:tag name="KSO_WM_UNIT_LINE_FORE_SCHEMECOLOR_INDEX_BRIGHTNESS" val="-0.15"/>
  <p:tag name="KSO_WM_UNIT_LINE_FORE_SCHEMECOLOR_INDEX" val="14"/>
  <p:tag name="KSO_WM_UNIT_LINE_FILL_TYPE" val="2"/>
</p:tagLst>
</file>

<file path=ppt/tags/tag17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6915_5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5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SLIDE_LAYOUT" val="a_l"/>
  <p:tag name="KSO_WM_SLIDE_LAYOUT_CNT" val="1_1"/>
  <p:tag name="KSO_WM_SLIDE_BK_DARK_LIGHT" val="2"/>
  <p:tag name="KSO_WM_SLIDE_BACKGROUND_TYPE" val="general"/>
</p:tagLst>
</file>

<file path=ppt/tags/tag1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3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3"/>
  <p:tag name="KSO_WM_UNIT_DEC_AREA_ID" val="8a3794c4b6e349188cfeedf5b6c3c579"/>
  <p:tag name="KSO_WM_UNIT_DECORATE_INFO" val="{&quot;ReferentInfo&quot;:{&quot;Id&quot;:&quot;d1a394a27fb4426d839dac8d39cf9a61&quot;,&quot;X&quot;:{&quot;Pos&quot;:1},&quot;Y&quot;:{&quot;Pos&quot;:0}},&quot;DecorateInfoX&quot;:{&quot;Pos&quot;:1,&quot;IsAbs&quot;:true},&quot;DecorateInfoY&quot;:{&quot;Pos&quot;:1,&quot;IsAbs&quot;:true},&quot;DecorateInfoW&quot;:{&quot;IsAbs&quot;:fals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7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3"/>
</p:tagLst>
</file>

<file path=ppt/tags/tag176.xml><?xml version="1.0" encoding="utf-8"?>
<p:tagLst xmlns:p="http://schemas.openxmlformats.org/presentationml/2006/main">
  <p:tag name="KSO_WM_UNIT_PLACING_PICTURE_USER_VIEWPORT" val="{&quot;height&quot;:14205,&quot;width&quot;:20040}"/>
</p:tagLst>
</file>

<file path=ppt/tags/tag177.xml><?xml version="1.0" encoding="utf-8"?>
<p:tagLst xmlns:p="http://schemas.openxmlformats.org/presentationml/2006/main">
  <p:tag name="KSO_WM_SLIDE_ID" val="diagram20220058_3"/>
  <p:tag name="KSO_WM_TEMPLATE_SUBCATEGORY" val="25"/>
  <p:tag name="KSO_WM_TEMPLATE_MASTER_TYPE" val="0"/>
  <p:tag name="KSO_WM_TEMPLATE_COLOR_TYPE" val="0"/>
  <p:tag name="KSO_WM_SLIDE_ITEM_CNT" val="0"/>
  <p:tag name="KSO_WM_SLIDE_INDEX" val="3"/>
  <p:tag name="KSO_WM_TAG_VERSION" val="1.0"/>
  <p:tag name="KSO_WM_BEAUTIFY_FLAG" val="#wm#"/>
  <p:tag name="KSO_WM_TEMPLATE_CATEGORY" val="diagram"/>
  <p:tag name="KSO_WM_TEMPLATE_INDEX" val="20220058"/>
  <p:tag name="KSO_WM_SLIDE_TYPE" val="text"/>
  <p:tag name="KSO_WM_SLIDE_SUBTYPE" val="picTxt"/>
  <p:tag name="KSO_WM_SLIDE_LAYOUTTYPE" val="topbottom"/>
  <p:tag name="KSO_WM_SLIDE_SIZE" val="888*492"/>
  <p:tag name="KSO_WM_SLIDE_POSITION" val="36*24"/>
  <p:tag name="KSO_WM_SLIDE_LAYOUT" val="d"/>
  <p:tag name="KSO_WM_SLIDE_LAYOUT_CNT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rgin&quot;:{&quot;bottom&quot;:0.847000002861023,&quot;left&quot;:1.2699999809265137,&quot;right&quot;:1.2699999809265137,&quot;top&quot;:1.6929999589920044}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178.xml><?xml version="1.0" encoding="utf-8"?>
<p:tagLst xmlns:p="http://schemas.openxmlformats.org/presentationml/2006/main"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537_7*e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01"/>
  <p:tag name="KSO_WM_UNIT_TEXT_FILL_FORE_SCHEMECOLOR_INDEX_BRIGHTNESS" val="0"/>
  <p:tag name="KSO_WM_UNIT_TEXT_FILL_FORE_SCHEMECOLOR_INDEX" val="5"/>
  <p:tag name="KSO_WM_UNIT_TEXT_FILL_TYPE" val="1"/>
</p:tagLst>
</file>

<file path=ppt/tags/tag179.xml><?xml version="1.0" encoding="utf-8"?>
<p:tagLst xmlns:p="http://schemas.openxmlformats.org/presentationml/2006/main">
  <p:tag name="KSO_WM_UNIT_NOCLEAR" val="0"/>
  <p:tag name="KSO_WM_UNIT_SHOW_EDIT_AREA_INDICATION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7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7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</p:tagLst>
</file>

<file path=ppt/tags/tag181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7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182.xml><?xml version="1.0" encoding="utf-8"?>
<p:tagLst xmlns:p="http://schemas.openxmlformats.org/presentationml/2006/main">
  <p:tag name="KSO_WM_SLIDE_ID" val="custom20204537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537"/>
  <p:tag name="KSO_WM_SLIDE_LAYOUT" val="a_b_e"/>
  <p:tag name="KSO_WM_SLIDE_LAYOUT_CNT" val="1_1_1"/>
</p:tagLst>
</file>

<file path=ppt/tags/tag1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8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3"/>
</p:tagLst>
</file>

<file path=ppt/tags/tag188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20},&quot;minSize&quot;:{&quot;size1&quot;:11.2},&quot;normalSize&quot;:{&quot;size1&quot;:11.2},&quot;subLayout&quot;:[{&quot;id&quot;:&quot;2024-12-20T03:17:56&quot;,&quot;margin&quot;:{&quot;bottom&quot;:0.025999998673796654,&quot;left&quot;:1.2699999809265137,&quot;right&quot;:1.2699999809265137,&quot;top&quot;:0.4230000376701355}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189.xml><?xml version="1.0" encoding="utf-8"?>
<p:tagLst xmlns:p="http://schemas.openxmlformats.org/presentationml/2006/main"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537_7*e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01"/>
  <p:tag name="KSO_WM_UNIT_TEXT_FILL_FORE_SCHEMECOLOR_INDEX_BRIGHTNESS" val="0"/>
  <p:tag name="KSO_WM_UNIT_TEXT_FILL_FORE_SCHEMECOLOR_INDEX" val="5"/>
  <p:tag name="KSO_WM_UNIT_TEXT_FILL_TYPE" val="1"/>
</p:tagLst>
</file>

<file path=ppt/tags/tag190.xml><?xml version="1.0" encoding="utf-8"?>
<p:tagLst xmlns:p="http://schemas.openxmlformats.org/presentationml/2006/main">
  <p:tag name="KSO_WM_UNIT_NOCLEAR" val="0"/>
  <p:tag name="KSO_WM_UNIT_SHOW_EDIT_AREA_INDICATION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7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7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</p:tagLst>
</file>

<file path=ppt/tags/tag192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7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193.xml><?xml version="1.0" encoding="utf-8"?>
<p:tagLst xmlns:p="http://schemas.openxmlformats.org/presentationml/2006/main">
  <p:tag name="KSO_WM_SLIDE_ID" val="custom20204537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537"/>
  <p:tag name="KSO_WM_SLIDE_LAYOUT" val="a_b_e"/>
  <p:tag name="KSO_WM_SLIDE_LAYOUT_CNT" val="1_1_1"/>
</p:tagLst>
</file>

<file path=ppt/tags/tag1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199.xml><?xml version="1.0" encoding="utf-8"?>
<p:tagLst xmlns:p="http://schemas.openxmlformats.org/presentationml/2006/main">
  <p:tag name="KSO_WM_UNIT_BLOCK" val="0"/>
  <p:tag name="KSO_WM_UNIT_DEC_AREA_ID" val="73156903ee894f5ca46a4cf72274fb1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008_1*i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SM_LIMIT_TYPE" val="3"/>
  <p:tag name="KSO_WM_UNIT_DECORATE_INFO" val="{&quot;DecorateInfoH&quot;:{&quot;IsAbs&quot;:true},&quot;DecorateInfoW&quot;:{&quot;IsAbs&quot;:false},&quot;DecorateInfoX&quot;:{&quot;IsAbs&quot;:true,&quot;Pos&quot;:0},&quot;DecorateInfoY&quot;:{&quot;IsAbs&quot;:true,&quot;Pos&quot;:1},&quot;ReferentInfo&quot;:{&quot;Id&quot;:&quot;3fe90d637a704494ab24df4a7c7a8da5&quot;,&quot;X&quot;:{&quot;Pos&quot;:0},&quot;Y&quot;:{&quot;Pos&quot;:1}},&quot;whChangeMode&quot;:0}"/>
  <p:tag name="KSO_WM_CHIP_GROUPID" val="5efda0ca81ee359a788b1e11"/>
  <p:tag name="KSO_WM_CHIP_XID" val="5efda0ca81ee359a788b1e12"/>
  <p:tag name="KSO_WM_UNIT_FILL_FORE_SCHEMECOLOR_INDEX_BRIGHTNESS" val="0"/>
  <p:tag name="KSO_WM_UNIT_FILL_FORE_SCHEMECOLOR_INDEX" val="16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20"/>
  <p:tag name="KSO_WM_TEMPLATE_ASSEMBLE_XID" val="60656ea04054ed1e2fb7fcbc"/>
  <p:tag name="KSO_WM_TEMPLATE_ASSEMBLE_GROUPID" val="60656ea04054ed1e2fb7fcbc"/>
  <p:tag name="WM_BEAUTIFY_ZORDER_FLAG_TAG" val="4"/>
</p:tagLst>
</file>

<file path=ppt/tags/tag200.xml><?xml version="1.0" encoding="utf-8"?>
<p:tagLst xmlns:p="http://schemas.openxmlformats.org/presentationml/2006/main">
  <p:tag name="KSO_WM_UNIT_VALUE" val="931*15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1008_1*d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bdd324361f642f5ac29827d9a82440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af17e483a774b2c871eee8c5f51145e"/>
  <p:tag name="KSO_WM_UNIT_PLACING_PICTURE" val="faf17e483a774b2c871eee8c5f51145e"/>
  <p:tag name="KSO_WM_TEMPLATE_ASSEMBLE_XID" val="60656ea04054ed1e2fb7fcbc"/>
  <p:tag name="KSO_WM_TEMPLATE_ASSEMBLE_GROUPID" val="60656ea04054ed1e2fb7fcbc"/>
  <p:tag name="WM_BEAUTIFY_ZORDER_FLAG_TAG" val="5"/>
</p:tagLst>
</file>

<file path=ppt/tags/tag20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08_1*f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8"/>
  <p:tag name="KSO_WM_UNIT_SHOW_EDIT_AREA_INDICATION" val="1"/>
  <p:tag name="KSO_WM_CHIP_GROUPID" val="5e6b05596848fb12bee65ac8"/>
  <p:tag name="KSO_WM_CHIP_XID" val="5e6b05596848fb12bee65aca"/>
  <p:tag name="KSO_WM_UNIT_DEC_AREA_ID" val="3fe90d637a704494ab24df4a7c7a8d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c9f53a6766c460e8a3870e58db9b32d"/>
  <p:tag name="KSO_WM_UNIT_TEXT_FILL_FORE_SCHEMECOLOR_INDEX_BRIGHTNESS" val="0.25"/>
  <p:tag name="KSO_WM_UNIT_TEXT_FILL_FORE_SCHEMECOLOR_INDEX" val="13"/>
  <p:tag name="KSO_WM_UNIT_TEXT_FILL_TYPE" val="1"/>
  <p:tag name="KSO_WM_TEMPLATE_ASSEMBLE_XID" val="60656ea04054ed1e2fb7fcbc"/>
  <p:tag name="KSO_WM_TEMPLATE_ASSEMBLE_GROUPID" val="60656ea04054ed1e2fb7fcbc"/>
  <p:tag name="WM_BEAUTIFY_ZORDER_FLAG_TAG" val="6"/>
</p:tagLst>
</file>

<file path=ppt/tags/tag202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0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0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645_1*f*1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64"/>
  <p:tag name="KSO_WM_UNIT_SHOW_EDIT_AREA_INDICATION" val="1"/>
  <p:tag name="KSO_WM_CHIP_GROUPID" val="5e6b05596848fb12bee65ac8"/>
  <p:tag name="KSO_WM_CHIP_XID" val="5e6b05596848fb12bee65aca"/>
  <p:tag name="KSO_WM_UNIT_DEC_AREA_ID" val="b6b39df81e38446da897721cdd2a329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a1b8d362b8974d5aa0e99571d01defee"/>
  <p:tag name="KSO_WM_UNIT_TEXT_FILL_FORE_SCHEMECOLOR_INDEX_BRIGHTNESS" val="0.25"/>
  <p:tag name="KSO_WM_UNIT_TEXT_FILL_FORE_SCHEMECOLOR_INDEX" val="13"/>
  <p:tag name="KSO_WM_UNIT_TEXT_FILL_TYPE" val="1"/>
  <p:tag name="KSO_WM_TEMPLATE_ASSEMBLE_XID" val="60656f514054ed1e2fb807b2"/>
  <p:tag name="KSO_WM_TEMPLATE_ASSEMBLE_GROUPID" val="60656f514054ed1e2fb807b2"/>
  <p:tag name="WM_BEAUTIFY_ZORDER_FLAG_TAG" val="5"/>
</p:tagLst>
</file>

<file path=ppt/tags/tag209.xml><?xml version="1.0" encoding="utf-8"?>
<p:tagLst xmlns:p="http://schemas.openxmlformats.org/presentationml/2006/main">
  <p:tag name="KSO_WM_UNIT_VALUE" val="973*1692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645_1*d*1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82295de0c9904d8397a6e503f12afad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9c3c814740a44818146a34ca93d4fff"/>
  <p:tag name="KSO_WM_UNIT_PLACING_PICTURE" val="c9c3c814740a44818146a34ca93d4fff"/>
  <p:tag name="KSO_WM_UNIT_SUPPORT_UNIT_TYPE" val="[&quot;d&quot;,&quot;θ&quot;]"/>
  <p:tag name="KSO_WM_TEMPLATE_ASSEMBLE_XID" val="60656f514054ed1e2fb807b2"/>
  <p:tag name="KSO_WM_TEMPLATE_ASSEMBLE_GROUPID" val="60656f514054ed1e2fb807b2"/>
  <p:tag name="WM_BEAUTIFY_ZORDER_FLAG_TAG" val="6"/>
  <p:tag name="KSO_WM_UNIT_PLACING_PICTURE_USER_VIEWPORT" val="{&quot;height&quot;:4307.447244094488,&quot;width&quot;:5733.858267716535}"/>
</p:tagLst>
</file>

<file path=ppt/tags/tag210.xml><?xml version="1.0" encoding="utf-8"?>
<p:tagLst xmlns:p="http://schemas.openxmlformats.org/presentationml/2006/main">
  <p:tag name="KSO_WM_UNIT_BLOCK" val="0"/>
  <p:tag name="KSO_WM_UNIT_SM_LIMIT_TYPE" val="2"/>
  <p:tag name="KSO_WM_UNIT_DEC_AREA_ID" val="048b1570465242f39166aec647b487b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645_1*i*2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82295de0c9904d8397a6e503f12afad1&quot;,&quot;X&quot;:{&quot;Pos&quot;:1},&quot;Y&quot;:{&quot;Pos&quot;:1}},&quot;whChangeMode&quot;:0}"/>
  <p:tag name="KSO_WM_CHIP_GROUPID" val="5e6effd1605d5daf04fe5f9d"/>
  <p:tag name="KSO_WM_CHIP_XID" val="5e6effd1605d5daf04fe5f9e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35"/>
  <p:tag name="KSO_WM_TEMPLATE_ASSEMBLE_XID" val="60656f514054ed1e2fb807b2"/>
  <p:tag name="KSO_WM_TEMPLATE_ASSEMBLE_GROUPID" val="60656f514054ed1e2fb807b2"/>
  <p:tag name="WM_BEAUTIFY_ZORDER_FLAG_TAG" val="7"/>
  <p:tag name="KSO_WM_UNIT_PLACING_PICTURE_USER_VIEWPORT" val="{&quot;height&quot;:5056.533858267717,&quot;width&quot;:6562.272440944882}"/>
</p:tagLst>
</file>

<file path=ppt/tags/tag211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1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218_1*f*1"/>
  <p:tag name="KSO_WM_TEMPLATE_CATEGORY" val="diagram"/>
  <p:tag name="KSO_WM_TEMPLATE_INDEX" val="20212218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48"/>
  <p:tag name="KSO_WM_UNIT_SHOW_EDIT_AREA_INDICATION" val="1"/>
  <p:tag name="KSO_WM_CHIP_GROUPID" val="5e6b05596848fb12bee65ac8"/>
  <p:tag name="KSO_WM_CHIP_XID" val="5e6b05596848fb12bee65aca"/>
  <p:tag name="KSO_WM_UNIT_DEC_AREA_ID" val="710aa835a84943c5bff75efac247b8d1"/>
  <p:tag name="KSO_WM_CHIP_FILLAREA_FILL_RULE" val="{&quot;fill_align&quot;:&quot;lt&quot;,&quot;fill_mode&quot;:&quot;full&quot;,&quot;sacle_strategy&quot;:&quot;smart&quot;}"/>
  <p:tag name="KSO_WM_ASSEMBLE_CHIP_INDEX" val="fcde135a8b5e4364b060a21abf2c88fa"/>
  <p:tag name="KSO_WM_UNIT_TEXT_FILL_FORE_SCHEMECOLOR_INDEX_BRIGHTNESS" val="0.25"/>
  <p:tag name="KSO_WM_UNIT_TEXT_FILL_FORE_SCHEMECOLOR_INDEX" val="13"/>
  <p:tag name="KSO_WM_UNIT_TEXT_FILL_TYPE" val="1"/>
  <p:tag name="KSO_WM_TEMPLATE_ASSEMBLE_XID" val="60656f2e4054ed1e2fb80509"/>
  <p:tag name="KSO_WM_TEMPLATE_ASSEMBLE_GROUPID" val="60656f2e4054ed1e2fb80509"/>
  <p:tag name="WM_BEAUTIFY_ZORDER_FLAG_TAG" val="5"/>
</p:tagLst>
</file>

<file path=ppt/tags/tag218.xml><?xml version="1.0" encoding="utf-8"?>
<p:tagLst xmlns:p="http://schemas.openxmlformats.org/presentationml/2006/main">
  <p:tag name="KSO_WM_UNIT_VALUE" val="550*550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2218_1*d*1"/>
  <p:tag name="KSO_WM_TEMPLATE_CATEGORY" val="diagram"/>
  <p:tag name="KSO_WM_TEMPLATE_INDEX" val="20212218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2b32f073a63e44ec98017386be452294"/>
  <p:tag name="KSO_WM_CHIP_FILLAREA_FILL_RULE" val="{&quot;fill_align&quot;:&quot;rt&quot;,&quot;fill_mode&quot;:&quot;full&quot;,&quot;sacle_strategy&quot;:&quot;smart&quot;}"/>
  <p:tag name="KSO_WM_ASSEMBLE_CHIP_INDEX" val="a89941cca8b846368910b506219f0467"/>
  <p:tag name="KSO_WM_UNIT_PLACING_PICTURE" val="a89941cca8b846368910b506219f0467"/>
  <p:tag name="KSO_WM_TEMPLATE_ASSEMBLE_XID" val="60656f2e4054ed1e2fb80509"/>
  <p:tag name="KSO_WM_TEMPLATE_ASSEMBLE_GROUPID" val="60656f2e4054ed1e2fb80509"/>
  <p:tag name="WM_BEAUTIFY_ZORDER_FLAG_TAG" val="6"/>
  <p:tag name="KSO_WM_UNIT_PLACING_PICTURE_USER_VIEWPORT" val="{&quot;height&quot;:4776,&quot;width&quot;:6356}"/>
</p:tagLst>
</file>

<file path=ppt/tags/tag219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164_1*i*1"/>
  <p:tag name="KSO_WM_TEMPLATE_CATEGORY" val="diagram"/>
  <p:tag name="KSO_WM_TEMPLATE_INDEX" val="20212164"/>
  <p:tag name="KSO_WM_UNIT_LAYERLEVEL" val="1"/>
  <p:tag name="KSO_WM_TAG_VERSION" val="1.0"/>
  <p:tag name="KSO_WM_BEAUTIFY_FLAG" val="#wm#"/>
  <p:tag name="KSO_WM_UNIT_BLOCK" val="0"/>
  <p:tag name="KSO_WM_UNIT_SM_LIMIT_TYPE" val="2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false},&quot;DecorateInfoH&quot;:{&quot;IsAbs&quot;:false},&quot;whChangeMode&quot;:0}"/>
  <p:tag name="KSO_WM_UNIT_DEC_AREA_ID" val="544e3ac726024a87a4e983faf016091e"/>
  <p:tag name="KSO_WM_CHIP_GROUPID" val="5eedbca6fa6683b8872baa7d"/>
  <p:tag name="KSO_WM_CHIP_XID" val="5eedbca6fa6683b8872baa7e"/>
  <p:tag name="KSO_WM_UNIT_TEXT_FILL_FORE_SCHEMECOLOR_INDEX_BRIGHTNESS" val="0"/>
  <p:tag name="KSO_WM_UNIT_TEXT_FILL_FORE_SCHEMECOLOR_INDEX" val="2"/>
  <p:tag name="KSO_WM_UNIT_TEXT_FILL_TYPE" val="1"/>
  <p:tag name="KSO_WM_UNIT_VALUE" val="675"/>
  <p:tag name="KSO_WM_TEMPLATE_ASSEMBLE_XID" val="60656f2f4054ed1e2fb80513"/>
  <p:tag name="KSO_WM_TEMPLATE_ASSEMBLE_GROUPID" val="60656f2f4054ed1e2fb80513"/>
  <p:tag name="WM_BEAUTIFY_ZORDER_FLAG_TAG" val="4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164_1*i*2"/>
  <p:tag name="KSO_WM_TEMPLATE_CATEGORY" val="diagram"/>
  <p:tag name="KSO_WM_TEMPLATE_INDEX" val="20212164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a9c2b6eb11da47fb875a3341252664a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eedbca6fa6683b8872baa7d"/>
  <p:tag name="KSO_WM_CHIP_XID" val="5eedbca6fa6683b8872baa7e"/>
  <p:tag name="KSO_WM_UNIT_VALUE" val="20"/>
  <p:tag name="KSO_WM_TEMPLATE_ASSEMBLE_XID" val="60656f2f4054ed1e2fb80513"/>
  <p:tag name="KSO_WM_TEMPLATE_ASSEMBLE_GROUPID" val="60656f2f4054ed1e2fb80513"/>
  <p:tag name="WM_BEAUTIFY_ZORDER_FLAG_TAG" val="5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2164_1*i*3"/>
  <p:tag name="KSO_WM_TEMPLATE_CATEGORY" val="diagram"/>
  <p:tag name="KSO_WM_TEMPLATE_INDEX" val="20212164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30c65084b8f1453cb909e9c6048ae1c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edbca6fa6683b8872baa7d"/>
  <p:tag name="KSO_WM_CHIP_XID" val="5eedbca6fa6683b8872baa7e"/>
  <p:tag name="KSO_WM_UNIT_TEXT_FILL_FORE_SCHEMECOLOR_INDEX_BRIGHTNESS" val="0"/>
  <p:tag name="KSO_WM_UNIT_TEXT_FILL_FORE_SCHEMECOLOR_INDEX" val="14"/>
  <p:tag name="KSO_WM_UNIT_TEXT_FILL_TYPE" val="1"/>
  <p:tag name="KSO_WM_UNIT_VALUE" val="3"/>
  <p:tag name="KSO_WM_TEMPLATE_ASSEMBLE_XID" val="60656f2f4054ed1e2fb80513"/>
  <p:tag name="KSO_WM_TEMPLATE_ASSEMBLE_GROUPID" val="60656f2f4054ed1e2fb80513"/>
  <p:tag name="WM_BEAUTIFY_ZORDER_FLAG_TAG" val="6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2164_1*i*4"/>
  <p:tag name="KSO_WM_TEMPLATE_CATEGORY" val="diagram"/>
  <p:tag name="KSO_WM_TEMPLATE_INDEX" val="20212164"/>
  <p:tag name="KSO_WM_UNIT_LAYERLEVEL" val="1"/>
  <p:tag name="KSO_WM_TAG_VERSION" val="1.0"/>
  <p:tag name="KSO_WM_BEAUTIFY_FLAG" val="#wm#"/>
  <p:tag name="KSO_WM_UNIT_BLOCK" val="0"/>
  <p:tag name="KSO_WM_UNIT_SM_LIMIT_TYPE" val="2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b3243ce5bf44e82ae087d7aca909ef4&quot;,&quot;X&quot;:{&quot;Pos&quot;:1},&quot;Y&quot;:{&quot;Pos&quot;:1}},&quot;whChangeMode&quot;:0}"/>
  <p:tag name="KSO_WM_UNIT_DEC_AREA_ID" val="a824fc437a8e43838f008304c1a77458"/>
  <p:tag name="KSO_WM_CHIP_GROUPID" val="5eedbca6fa6683b8872baa7d"/>
  <p:tag name="KSO_WM_CHIP_XID" val="5eedbca6fa6683b8872baa7e"/>
  <p:tag name="KSO_WM_UNIT_SHADOW_SCHEMECOLOR_INDEX_BRIGHTNESS" val="0.05"/>
  <p:tag name="KSO_WM_UNIT_SHADOW_SCHEMECOLOR_INDEX" val="13"/>
  <p:tag name="KSO_WM_UNIT_TEXT_FILL_FORE_SCHEMECOLOR_INDEX_BRIGHTNESS" val="0"/>
  <p:tag name="KSO_WM_UNIT_TEXT_FILL_FORE_SCHEMECOLOR_INDEX" val="14"/>
  <p:tag name="KSO_WM_UNIT_TEXT_FILL_TYPE" val="1"/>
  <p:tag name="KSO_WM_UNIT_VALUE" val="480"/>
  <p:tag name="KSO_WM_TEMPLATE_ASSEMBLE_XID" val="60656f2f4054ed1e2fb80513"/>
  <p:tag name="KSO_WM_TEMPLATE_ASSEMBLE_GROUPID" val="60656f2f4054ed1e2fb80513"/>
  <p:tag name="WM_BEAUTIFY_ZORDER_FLAG_TAG" val="7"/>
</p:tagLst>
</file>

<file path=ppt/tags/tag22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164_1*f*1"/>
  <p:tag name="KSO_WM_TEMPLATE_CATEGORY" val="diagram"/>
  <p:tag name="KSO_WM_TEMPLATE_INDEX" val="2021216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42"/>
  <p:tag name="KSO_WM_UNIT_SHOW_EDIT_AREA_INDICATION" val="1"/>
  <p:tag name="KSO_WM_CHIP_GROUPID" val="5e6b05596848fb12bee65ac8"/>
  <p:tag name="KSO_WM_CHIP_XID" val="5e6b05596848fb12bee65aca"/>
  <p:tag name="KSO_WM_UNIT_DEC_AREA_ID" val="7131ab849c6747aaa59acee7b37d416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8d3f9e3f5eb9464a92685545fce7870d"/>
  <p:tag name="KSO_WM_UNIT_SUPPORT_BIG_FONT" val="1"/>
  <p:tag name="KSO_WM_UNIT_TEXT_FILL_FORE_SCHEMECOLOR_INDEX_BRIGHTNESS" val="0.25"/>
  <p:tag name="KSO_WM_UNIT_TEXT_FILL_FORE_SCHEMECOLOR_INDEX" val="13"/>
  <p:tag name="KSO_WM_UNIT_TEXT_FILL_TYPE" val="1"/>
  <p:tag name="KSO_WM_TEMPLATE_ASSEMBLE_XID" val="60656f2f4054ed1e2fb80513"/>
  <p:tag name="KSO_WM_TEMPLATE_ASSEMBLE_GROUPID" val="60656f2f4054ed1e2fb80513"/>
  <p:tag name="WM_BEAUTIFY_ZORDER_FLAG_TAG" val="8"/>
</p:tagLst>
</file>

<file path=ppt/tags/tag230.xml><?xml version="1.0" encoding="utf-8"?>
<p:tagLst xmlns:p="http://schemas.openxmlformats.org/presentationml/2006/main">
  <p:tag name="KSO_WM_UNIT_VALUE" val="1227*1227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164_1*d*1"/>
  <p:tag name="KSO_WM_TEMPLATE_CATEGORY" val="diagram"/>
  <p:tag name="KSO_WM_TEMPLATE_INDEX" val="20212164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6b3243ce5bf44e82ae087d7aca909ef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f018424ed5b4f90a1ea072c6397a6a1"/>
  <p:tag name="KSO_WM_UNIT_PLACING_PICTURE" val="5f018424ed5b4f90a1ea072c6397a6a1"/>
  <p:tag name="KSO_WM_UNIT_SUPPORT_BIG_FONT" val="1"/>
  <p:tag name="KSO_WM_UNIT_SUPPORT_UNIT_TYPE" val="[&quot;d&quot;,&quot;α&quot;,&quot;β&quot;,&quot;θ&quot;]"/>
  <p:tag name="KSO_WM_TEMPLATE_ASSEMBLE_XID" val="60656f2f4054ed1e2fb80513"/>
  <p:tag name="KSO_WM_TEMPLATE_ASSEMBLE_GROUPID" val="60656f2f4054ed1e2fb80513"/>
  <p:tag name="WM_BEAUTIFY_ZORDER_FLAG_TAG" val="9"/>
  <p:tag name="KSO_WM_UNIT_PLACING_PICTURE_USER_VIEWPORT" val="{&quot;height&quot;:5070.856692913386,&quot;width&quot;:6750.8330708661415}"/>
</p:tagLst>
</file>

<file path=ppt/tags/tag231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3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9021_1*i*2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UNIT_ADJUSTLAYOUT_ID" val="14"/>
  <p:tag name="KSO_WM_UNIT_COLOR_SCHEME_SHAPE_ID" val="14"/>
  <p:tag name="KSO_WM_UNIT_COLOR_SCHEME_PARENT_PAGE" val="0_1"/>
  <p:tag name="KSO_WM_UNIT_FOIL_COLOR" val="1"/>
  <p:tag name="KSO_WM_UNIT_BLOCK" val="0"/>
  <p:tag name="KSO_WM_UNIT_SM_LIMIT_TYPE" val="2"/>
  <p:tag name="KSO_WM_UNIT_DEC_AREA_ID" val="527691575bca4ce798a2507cf80d0e77"/>
  <p:tag name="KSO_WM_UNIT_DECORATE_INFO" val="{&quot;ReferentInfo&quot;:{&quot;Id&quot;:&quot;slide&quot;,&quot;X&quot;:{&quot;Pos&quot;:2},&quot;Y&quot;:{&quot;Pos&quot;:1}},&quot;DecorateInfoX&quot;:{&quot;Pos&quot;:2,&quot;IsAbs&quot;:false},&quot;DecorateInfoY&quot;:{&quot;Pos&quot;:1,&quot;IsAbs&quot;:false},&quot;DecorateInfoW&quot;:{&quot;IsAbs&quot;:false},&quot;DecorateInfoH&quot;:{&quot;IsAbs&quot;:false},&quot;whChangeMode&quot;:1}"/>
  <p:tag name="KSO_WM_CHIP_GROUPID" val="5efda17781ee359a788b1e1e"/>
  <p:tag name="KSO_WM_CHIP_XID" val="5efda17781ee359a788b1e1f"/>
  <p:tag name="KSO_WM_UNIT_FILL_FORE_SCHEMECOLOR_INDEX_BRIGHTNESS" val="-0.1"/>
  <p:tag name="KSO_WM_UNIT_FILL_FORE_SCHEMECOLOR_INDEX" val="16"/>
  <p:tag name="KSO_WM_UNIT_FILL_BACK_SCHEMECOLOR_INDEX_BRIGHTNESS" val="0.35"/>
  <p:tag name="KSO_WM_UNIT_FILL_BACK_SCHEMECOLOR_INDEX" val="13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560"/>
  <p:tag name="KSO_WM_TEMPLATE_ASSEMBLE_XID" val="6130c4e08b5cc6c91112a57f"/>
  <p:tag name="KSO_WM_TEMPLATE_ASSEMBLE_GROUPID" val="6130c4e08b5cc6c91112a57f"/>
  <p:tag name="WM_BEAUTIFY_ZORDER_FLAG_TAG" val="5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9021_1*i*3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UNIT_ADJUSTLAYOUT_ID" val="16"/>
  <p:tag name="KSO_WM_UNIT_COLOR_SCHEME_SHAPE_ID" val="16"/>
  <p:tag name="KSO_WM_UNIT_COLOR_SCHEME_PARENT_PAGE" val="0_1"/>
  <p:tag name="KSO_WM_UNIT_BLOCK" val="0"/>
  <p:tag name="KSO_WM_UNIT_SM_LIMIT_TYPE" val="2"/>
  <p:tag name="KSO_WM_UNIT_DEC_AREA_ID" val="7e673796fcea426f9b1c6b7649c4d0e0"/>
  <p:tag name="KSO_WM_UNIT_DECORATE_INFO" val="{&quot;DecorateInfoH&quot;:{&quot;IsAbs&quot;:false},&quot;DecorateInfoW&quot;:{&quot;IsAbs&quot;:false},&quot;DecorateInfoX&quot;:{&quot;IsAbs&quot;:false,&quot;Pos&quot;:2},&quot;DecorateInfoY&quot;:{&quot;IsAbs&quot;:false,&quot;Pos&quot;:0},&quot;ReferentInfo&quot;:{&quot;Id&quot;:&quot;706024cd470b45048b7fb97b945c4433&quot;,&quot;X&quot;:{&quot;Pos&quot;:0},&quot;Y&quot;:{&quot;Pos&quot;:0}},&quot;whChangeMode&quot;:0}"/>
  <p:tag name="KSO_WM_CHIP_GROUPID" val="5efda17781ee359a788b1e1e"/>
  <p:tag name="KSO_WM_CHIP_XID" val="5efda17781ee359a788b1e1f"/>
  <p:tag name="KSO_WM_UNIT_FILL_FORE_SCHEMECOLOR_INDEX_BRIGHTNESS" val="-0.1"/>
  <p:tag name="KSO_WM_UNIT_FILL_FORE_SCHEMECOLOR_INDEX" val="16"/>
  <p:tag name="KSO_WM_UNIT_FILL_BACK_SCHEMECOLOR_INDEX_BRIGHTNESS" val="-0.5"/>
  <p:tag name="KSO_WM_UNIT_FILL_BACK_SCHEMECOLOR_INDEX" val="5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6130c4e08b5cc6c91112a57f"/>
  <p:tag name="KSO_WM_TEMPLATE_ASSEMBLE_GROUPID" val="6130c4e08b5cc6c91112a57f"/>
  <p:tag name="WM_BEAUTIFY_ZORDER_FLAG_TAG" val="6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9021_1*i*4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UNIT_ADJUSTLAYOUT_ID" val="19"/>
  <p:tag name="KSO_WM_UNIT_COLOR_SCHEME_SHAPE_ID" val="19"/>
  <p:tag name="KSO_WM_UNIT_COLOR_SCHEME_PARENT_PAGE" val="0_1"/>
  <p:tag name="KSO_WM_UNIT_BLOCK" val="0"/>
  <p:tag name="KSO_WM_UNIT_SM_LIMIT_TYPE" val="2"/>
  <p:tag name="KSO_WM_UNIT_DEC_AREA_ID" val="371763e60b0c4b11ab7f20c8f9bf9cc0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1}"/>
  <p:tag name="KSO_WM_CHIP_GROUPID" val="5efda17781ee359a788b1e1e"/>
  <p:tag name="KSO_WM_CHIP_XID" val="5efda17781ee359a788b1e1f"/>
  <p:tag name="KSO_WM_TEMPLATE_ASSEMBLE_XID" val="6130c4e08b5cc6c91112a57f"/>
  <p:tag name="KSO_WM_TEMPLATE_ASSEMBLE_GROUPID" val="6130c4e08b5cc6c91112a57f"/>
  <p:tag name="WM_BEAUTIFY_ZORDER_FLAG_TAG" val="7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9021_1*i*5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UNIT_ADJUSTLAYOUT_ID" val="20"/>
  <p:tag name="KSO_WM_UNIT_COLOR_SCHEME_SHAPE_ID" val="20"/>
  <p:tag name="KSO_WM_UNIT_COLOR_SCHEME_PARENT_PAGE" val="0_1"/>
  <p:tag name="KSO_WM_UNIT_SM_LIMIT_TYPE" val="2"/>
  <p:tag name="KSO_WM_CHIP_GROUPID" val="5efda17781ee359a788b1e1e"/>
  <p:tag name="KSO_WM_CHIP_XID" val="5efda17781ee359a788b1e1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TEMPLATE_ASSEMBLE_XID" val="6130c4e08b5cc6c91112a57f"/>
  <p:tag name="KSO_WM_TEMPLATE_ASSEMBLE_GROUPID" val="6130c4e08b5cc6c91112a57f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9021_1*i*6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UNIT_ADJUSTLAYOUT_ID" val="21"/>
  <p:tag name="KSO_WM_UNIT_COLOR_SCHEME_SHAPE_ID" val="21"/>
  <p:tag name="KSO_WM_UNIT_COLOR_SCHEME_PARENT_PAGE" val="0_1"/>
  <p:tag name="KSO_WM_UNIT_SM_LIMIT_TYPE" val="2"/>
  <p:tag name="KSO_WM_CHIP_GROUPID" val="5efda17781ee359a788b1e1e"/>
  <p:tag name="KSO_WM_CHIP_XID" val="5efda17781ee359a788b1e1f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TEMPLATE_ASSEMBLE_XID" val="6130c4e08b5cc6c91112a57f"/>
  <p:tag name="KSO_WM_TEMPLATE_ASSEMBLE_GROUPID" val="6130c4e08b5cc6c91112a57f"/>
</p:tagLst>
</file>

<file path=ppt/tags/tag24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9021_1*f*1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6"/>
  <p:tag name="KSO_WM_UNIT_SHOW_EDIT_AREA_INDICATION" val="1"/>
  <p:tag name="KSO_WM_CHIP_GROUPID" val="5e6b05596848fb12bee65ac8"/>
  <p:tag name="KSO_WM_CHIP_XID" val="5e6b05596848fb12bee65aca"/>
  <p:tag name="KSO_WM_UNIT_DEC_AREA_ID" val="706024cd470b45048b7fb97b945c443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dea79ff82744036937e65e4a85fe67b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f"/>
  <p:tag name="KSO_WM_TEMPLATE_ASSEMBLE_GROUPID" val="6130c4e08b5cc6c91112a57f"/>
  <p:tag name="WM_BEAUTIFY_ZORDER_FLAG_TAG" val="8"/>
</p:tagLst>
</file>

<file path=ppt/tags/tag243.xml><?xml version="1.0" encoding="utf-8"?>
<p:tagLst xmlns:p="http://schemas.openxmlformats.org/presentationml/2006/main">
  <p:tag name="KSO_WM_UNIT_VALUE" val="973*2242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09021_1*d*1"/>
  <p:tag name="KSO_WM_TEMPLATE_CATEGORY" val="diagram"/>
  <p:tag name="KSO_WM_TEMPLATE_INDEX" val="20209021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a2b5808fd3c14bd68181c55aa2f0251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d836707f80bc468abd3467a67658bab0"/>
  <p:tag name="KSO_WM_UNIT_PLACING_PICTURE" val="d836707f80bc468abd3467a67658bab0"/>
  <p:tag name="KSO_WM_TEMPLATE_ASSEMBLE_XID" val="6130c4e08b5cc6c91112a57f"/>
  <p:tag name="KSO_WM_TEMPLATE_ASSEMBLE_GROUPID" val="6130c4e08b5cc6c91112a57f"/>
  <p:tag name="WM_BEAUTIFY_ZORDER_FLAG_TAG" val="9"/>
</p:tagLst>
</file>

<file path=ppt/tags/tag244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5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645_1*f*1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64"/>
  <p:tag name="KSO_WM_UNIT_SHOW_EDIT_AREA_INDICATION" val="1"/>
  <p:tag name="KSO_WM_CHIP_GROUPID" val="5e6b05596848fb12bee65ac8"/>
  <p:tag name="KSO_WM_CHIP_XID" val="5e6b05596848fb12bee65aca"/>
  <p:tag name="KSO_WM_UNIT_DEC_AREA_ID" val="b6b39df81e38446da897721cdd2a329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a1b8d362b8974d5aa0e99571d01defee"/>
  <p:tag name="KSO_WM_UNIT_TEXT_FILL_FORE_SCHEMECOLOR_INDEX_BRIGHTNESS" val="0.25"/>
  <p:tag name="KSO_WM_UNIT_TEXT_FILL_FORE_SCHEMECOLOR_INDEX" val="13"/>
  <p:tag name="KSO_WM_UNIT_TEXT_FILL_TYPE" val="1"/>
  <p:tag name="KSO_WM_TEMPLATE_ASSEMBLE_XID" val="60656f514054ed1e2fb807b2"/>
  <p:tag name="KSO_WM_TEMPLATE_ASSEMBLE_GROUPID" val="60656f514054ed1e2fb807b2"/>
  <p:tag name="WM_BEAUTIFY_ZORDER_FLAG_TAG" val="5"/>
</p:tagLst>
</file>

<file path=ppt/tags/tag251.xml><?xml version="1.0" encoding="utf-8"?>
<p:tagLst xmlns:p="http://schemas.openxmlformats.org/presentationml/2006/main">
  <p:tag name="KSO_WM_UNIT_VALUE" val="973*1692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645_1*d*1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82295de0c9904d8397a6e503f12afad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9c3c814740a44818146a34ca93d4fff"/>
  <p:tag name="KSO_WM_UNIT_PLACING_PICTURE" val="c9c3c814740a44818146a34ca93d4fff"/>
  <p:tag name="KSO_WM_UNIT_SUPPORT_UNIT_TYPE" val="[&quot;d&quot;,&quot;θ&quot;]"/>
  <p:tag name="KSO_WM_TEMPLATE_ASSEMBLE_XID" val="60656f514054ed1e2fb807b2"/>
  <p:tag name="KSO_WM_TEMPLATE_ASSEMBLE_GROUPID" val="60656f514054ed1e2fb807b2"/>
  <p:tag name="WM_BEAUTIFY_ZORDER_FLAG_TAG" val="6"/>
  <p:tag name="KSO_WM_UNIT_PLACING_PICTURE_USER_VIEWPORT" val="{&quot;height&quot;:5410,&quot;width&quot;:7202}"/>
</p:tagLst>
</file>

<file path=ppt/tags/tag252.xml><?xml version="1.0" encoding="utf-8"?>
<p:tagLst xmlns:p="http://schemas.openxmlformats.org/presentationml/2006/main">
  <p:tag name="KSO_WM_UNIT_BLOCK" val="0"/>
  <p:tag name="KSO_WM_UNIT_SM_LIMIT_TYPE" val="2"/>
  <p:tag name="KSO_WM_UNIT_DEC_AREA_ID" val="048b1570465242f39166aec647b487b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645_1*i*2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82295de0c9904d8397a6e503f12afad1&quot;,&quot;X&quot;:{&quot;Pos&quot;:1},&quot;Y&quot;:{&quot;Pos&quot;:1}},&quot;whChangeMode&quot;:0}"/>
  <p:tag name="KSO_WM_CHIP_GROUPID" val="5e6effd1605d5daf04fe5f9d"/>
  <p:tag name="KSO_WM_CHIP_XID" val="5e6effd1605d5daf04fe5f9e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35"/>
  <p:tag name="KSO_WM_TEMPLATE_ASSEMBLE_XID" val="60656f514054ed1e2fb807b2"/>
  <p:tag name="KSO_WM_TEMPLATE_ASSEMBLE_GROUPID" val="60656f514054ed1e2fb807b2"/>
  <p:tag name="WM_BEAUTIFY_ZORDER_FLAG_TAG" val="7"/>
  <p:tag name="KSO_WM_UNIT_PLACING_PICTURE_USER_VIEWPORT" val="{&quot;height&quot;:5056.533858267717,&quot;width&quot;:7210.242519685039}"/>
</p:tagLst>
</file>

<file path=ppt/tags/tag253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59.xml><?xml version="1.0" encoding="utf-8"?>
<p:tagLst xmlns:p="http://schemas.openxmlformats.org/presentationml/2006/main">
  <p:tag name="KSO_WM_UNIT_BLOCK" val="0"/>
  <p:tag name="KSO_WM_UNIT_DEC_AREA_ID" val="73156903ee894f5ca46a4cf72274fb1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008_1*i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SM_LIMIT_TYPE" val="3"/>
  <p:tag name="KSO_WM_UNIT_DECORATE_INFO" val="{&quot;DecorateInfoH&quot;:{&quot;IsAbs&quot;:true},&quot;DecorateInfoW&quot;:{&quot;IsAbs&quot;:false},&quot;DecorateInfoX&quot;:{&quot;IsAbs&quot;:true,&quot;Pos&quot;:0},&quot;DecorateInfoY&quot;:{&quot;IsAbs&quot;:true,&quot;Pos&quot;:1},&quot;ReferentInfo&quot;:{&quot;Id&quot;:&quot;3fe90d637a704494ab24df4a7c7a8da5&quot;,&quot;X&quot;:{&quot;Pos&quot;:0},&quot;Y&quot;:{&quot;Pos&quot;:1}},&quot;whChangeMode&quot;:0}"/>
  <p:tag name="KSO_WM_CHIP_GROUPID" val="5efda0ca81ee359a788b1e11"/>
  <p:tag name="KSO_WM_CHIP_XID" val="5efda0ca81ee359a788b1e12"/>
  <p:tag name="KSO_WM_UNIT_FILL_FORE_SCHEMECOLOR_INDEX_BRIGHTNESS" val="0"/>
  <p:tag name="KSO_WM_UNIT_FILL_FORE_SCHEMECOLOR_INDEX" val="16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20"/>
  <p:tag name="KSO_WM_TEMPLATE_ASSEMBLE_XID" val="60656ea04054ed1e2fb7fcbc"/>
  <p:tag name="KSO_WM_TEMPLATE_ASSEMBLE_GROUPID" val="60656ea04054ed1e2fb7fcbc"/>
  <p:tag name="WM_BEAUTIFY_ZORDER_FLAG_TAG" val="4"/>
</p:tagLst>
</file>

<file path=ppt/tags/tag260.xml><?xml version="1.0" encoding="utf-8"?>
<p:tagLst xmlns:p="http://schemas.openxmlformats.org/presentationml/2006/main">
  <p:tag name="KSO_WM_UNIT_VALUE" val="931*1523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1008_1*d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bbdd324361f642f5ac29827d9a82440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af17e483a774b2c871eee8c5f51145e"/>
  <p:tag name="KSO_WM_UNIT_PLACING_PICTURE" val="faf17e483a774b2c871eee8c5f51145e"/>
  <p:tag name="KSO_WM_TEMPLATE_ASSEMBLE_XID" val="60656ea04054ed1e2fb7fcbc"/>
  <p:tag name="KSO_WM_TEMPLATE_ASSEMBLE_GROUPID" val="60656ea04054ed1e2fb7fcbc"/>
  <p:tag name="WM_BEAUTIFY_ZORDER_FLAG_TAG" val="5"/>
</p:tagLst>
</file>

<file path=ppt/tags/tag26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08_1*f*1"/>
  <p:tag name="KSO_WM_TEMPLATE_CATEGORY" val="diagram"/>
  <p:tag name="KSO_WM_TEMPLATE_INDEX" val="20211008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8"/>
  <p:tag name="KSO_WM_UNIT_SHOW_EDIT_AREA_INDICATION" val="1"/>
  <p:tag name="KSO_WM_CHIP_GROUPID" val="5e6b05596848fb12bee65ac8"/>
  <p:tag name="KSO_WM_CHIP_XID" val="5e6b05596848fb12bee65aca"/>
  <p:tag name="KSO_WM_UNIT_DEC_AREA_ID" val="3fe90d637a704494ab24df4a7c7a8d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c9f53a6766c460e8a3870e58db9b32d"/>
  <p:tag name="KSO_WM_UNIT_TEXT_FILL_FORE_SCHEMECOLOR_INDEX_BRIGHTNESS" val="0.25"/>
  <p:tag name="KSO_WM_UNIT_TEXT_FILL_FORE_SCHEMECOLOR_INDEX" val="13"/>
  <p:tag name="KSO_WM_UNIT_TEXT_FILL_TYPE" val="1"/>
  <p:tag name="KSO_WM_TEMPLATE_ASSEMBLE_XID" val="60656ea04054ed1e2fb7fcbc"/>
  <p:tag name="KSO_WM_TEMPLATE_ASSEMBLE_GROUPID" val="60656ea04054ed1e2fb7fcbc"/>
  <p:tag name="WM_BEAUTIFY_ZORDER_FLAG_TAG" val="6"/>
</p:tagLst>
</file>

<file path=ppt/tags/tag262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68.xml><?xml version="1.0" encoding="utf-8"?>
<p:tagLst xmlns:p="http://schemas.openxmlformats.org/presentationml/2006/main">
  <p:tag name="KSO_WM_UNIT_VALUE" val="1141*3384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7042_1*d*1"/>
  <p:tag name="KSO_WM_TEMPLATE_CATEGORY" val="diagram"/>
  <p:tag name="KSO_WM_TEMPLATE_INDEX" val="20217042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28dc7bc9224144baa61b83ee425b48c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UNIT_PICTURE_TOWARD" val="1"/>
  <p:tag name="KSO_WM_UNIT_PICTURE_DOCKSIDE" val="ct,lm,rm"/>
  <p:tag name="KSO_WM_ASSEMBLE_CHIP_INDEX" val="ddf0fc5c33844388b9929869edc73e87"/>
  <p:tag name="KSO_WM_UNIT_PLACING_PICTURE" val="ddf0fc5c33844388b9929869edc73e87"/>
  <p:tag name="KSO_WM_TEMPLATE_ASSEMBLE_XID" val="6065703f4054ed1e2fb8149d"/>
  <p:tag name="KSO_WM_TEMPLATE_ASSEMBLE_GROUPID" val="6065703f4054ed1e2fb8149d"/>
  <p:tag name="WM_BEAUTIFY_ZORDER_FLAG_TAG" val="4"/>
</p:tagLst>
</file>

<file path=ppt/tags/tag26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42_1*f*1"/>
  <p:tag name="KSO_WM_TEMPLATE_CATEGORY" val="diagram"/>
  <p:tag name="KSO_WM_TEMPLATE_INDEX" val="2021704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6"/>
  <p:tag name="KSO_WM_UNIT_SHOW_EDIT_AREA_INDICATION" val="1"/>
  <p:tag name="KSO_WM_CHIP_GROUPID" val="5e6b05596848fb12bee65ac8"/>
  <p:tag name="KSO_WM_CHIP_XID" val="5e6b05596848fb12bee65aca"/>
  <p:tag name="KSO_WM_UNIT_DEC_AREA_ID" val="1a5325fcee3e4486a11aaed1e1fc782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efe85023b48d4b8ca2fad89d5eb48ba6"/>
  <p:tag name="KSO_WM_UNIT_TEXT_FILL_FORE_SCHEMECOLOR_INDEX_BRIGHTNESS" val="0.25"/>
  <p:tag name="KSO_WM_UNIT_TEXT_FILL_FORE_SCHEMECOLOR_INDEX" val="13"/>
  <p:tag name="KSO_WM_UNIT_TEXT_FILL_TYPE" val="1"/>
  <p:tag name="KSO_WM_TEMPLATE_ASSEMBLE_XID" val="6065703f4054ed1e2fb8149d"/>
  <p:tag name="KSO_WM_TEMPLATE_ASSEMBLE_GROUPID" val="6065703f4054ed1e2fb8149d"/>
  <p:tag name="WM_BEAUTIFY_ZORDER_FLAG_TAG" val="5"/>
</p:tagLst>
</file>

<file path=ppt/tags/tag270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7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645_1*f*1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64"/>
  <p:tag name="KSO_WM_UNIT_SHOW_EDIT_AREA_INDICATION" val="1"/>
  <p:tag name="KSO_WM_CHIP_GROUPID" val="5e6b05596848fb12bee65ac8"/>
  <p:tag name="KSO_WM_CHIP_XID" val="5e6b05596848fb12bee65aca"/>
  <p:tag name="KSO_WM_UNIT_DEC_AREA_ID" val="b6b39df81e38446da897721cdd2a329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a1b8d362b8974d5aa0e99571d01defee"/>
  <p:tag name="KSO_WM_UNIT_TEXT_FILL_FORE_SCHEMECOLOR_INDEX_BRIGHTNESS" val="0.25"/>
  <p:tag name="KSO_WM_UNIT_TEXT_FILL_FORE_SCHEMECOLOR_INDEX" val="13"/>
  <p:tag name="KSO_WM_UNIT_TEXT_FILL_TYPE" val="1"/>
  <p:tag name="KSO_WM_TEMPLATE_ASSEMBLE_XID" val="60656f514054ed1e2fb807b2"/>
  <p:tag name="KSO_WM_TEMPLATE_ASSEMBLE_GROUPID" val="60656f514054ed1e2fb807b2"/>
  <p:tag name="WM_BEAUTIFY_ZORDER_FLAG_TAG" val="5"/>
</p:tagLst>
</file>

<file path=ppt/tags/tag277.xml><?xml version="1.0" encoding="utf-8"?>
<p:tagLst xmlns:p="http://schemas.openxmlformats.org/presentationml/2006/main">
  <p:tag name="KSO_WM_UNIT_VALUE" val="973*1692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645_1*d*1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82295de0c9904d8397a6e503f12afad1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9c3c814740a44818146a34ca93d4fff"/>
  <p:tag name="KSO_WM_UNIT_PLACING_PICTURE" val="c9c3c814740a44818146a34ca93d4fff"/>
  <p:tag name="KSO_WM_UNIT_SUPPORT_UNIT_TYPE" val="[&quot;d&quot;,&quot;θ&quot;]"/>
  <p:tag name="KSO_WM_TEMPLATE_ASSEMBLE_XID" val="60656f514054ed1e2fb807b2"/>
  <p:tag name="KSO_WM_TEMPLATE_ASSEMBLE_GROUPID" val="60656f514054ed1e2fb807b2"/>
  <p:tag name="WM_BEAUTIFY_ZORDER_FLAG_TAG" val="6"/>
  <p:tag name="KSO_WM_UNIT_PLACING_PICTURE_USER_VIEWPORT" val="{&quot;height&quot;:4307.447244094488,&quot;width&quot;:5733.858267716535}"/>
</p:tagLst>
</file>

<file path=ppt/tags/tag278.xml><?xml version="1.0" encoding="utf-8"?>
<p:tagLst xmlns:p="http://schemas.openxmlformats.org/presentationml/2006/main">
  <p:tag name="KSO_WM_UNIT_BLOCK" val="0"/>
  <p:tag name="KSO_WM_UNIT_SM_LIMIT_TYPE" val="2"/>
  <p:tag name="KSO_WM_UNIT_DEC_AREA_ID" val="048b1570465242f39166aec647b487b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645_1*i*2"/>
  <p:tag name="KSO_WM_TEMPLATE_CATEGORY" val="diagram"/>
  <p:tag name="KSO_WM_TEMPLATE_INDEX" val="20212645"/>
  <p:tag name="KSO_WM_UNIT_LAYERLEVEL" val="1"/>
  <p:tag name="KSO_WM_TAG_VERSION" val="1.0"/>
  <p:tag name="KSO_WM_BEAUTIFY_FLAG" val="#wm#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82295de0c9904d8397a6e503f12afad1&quot;,&quot;X&quot;:{&quot;Pos&quot;:1},&quot;Y&quot;:{&quot;Pos&quot;:1}},&quot;whChangeMode&quot;:0}"/>
  <p:tag name="KSO_WM_CHIP_GROUPID" val="5e6effd1605d5daf04fe5f9d"/>
  <p:tag name="KSO_WM_CHIP_XID" val="5e6effd1605d5daf04fe5f9e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35"/>
  <p:tag name="KSO_WM_TEMPLATE_ASSEMBLE_XID" val="60656f514054ed1e2fb807b2"/>
  <p:tag name="KSO_WM_TEMPLATE_ASSEMBLE_GROUPID" val="60656f514054ed1e2fb807b2"/>
  <p:tag name="WM_BEAUTIFY_ZORDER_FLAG_TAG" val="7"/>
  <p:tag name="KSO_WM_UNIT_PLACING_PICTURE_USER_VIEWPORT" val="{&quot;height&quot;:5056.533858267717,&quot;width&quot;:7725.259842519685}"/>
</p:tagLst>
</file>

<file path=ppt/tags/tag279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6&quot;,&quot;maxSize&quot;:{&quot;size1&quot;:31.1},&quot;minSize&quot;:{&quot;size1&quot;:17.8},&quot;normalSize&quot;:{&quot;size1&quot;:17.8},&quot;subLayout&quot;:[{&quot;id&quot;:&quot;2024-12-20T03:17:56&quot;,&quot;maxSize&quot;:{&quot;size1&quot;:100},&quot;minSize&quot;:{&quot;size1&quot;:61.7},&quot;normalSize&quot;:{&quot;size1&quot;:61.7},&quot;subLayout&quot;:[{&quot;id&quot;:&quot;2024-12-20T03:17:56&quot;,&quot;margin&quot;:{&quot;bottom&quot;:0,&quot;left&quot;:1.2699999809265137,&quot;right&quot;:1.2699999809265137,&quot;top&quot;:0.4230000376701355},&quot;type&quot;:0},{&quot;id&quot;:&quot;2024-12-20T03:17:56&quot;,&quot;margin&quot;:{&quot;bottom&quot;:0.025999998673796654,&quot;left&quot;:1.2699999809265137,&quot;right&quot;:1.2699999809265137,&quot;top&quot;:0.025999998673796654},&quot;type&quot;:0}],&quot;type&quot;:0},{&quot;id&quot;:&quot;2024-12-20T03:17:56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0"/>
  <p:tag name="KSO_WM_UNIT_DEC_AREA_ID" val="d9af724aacd940ba88587c69c6737586"/>
  <p:tag name="KSO_WM_UNIT_DECORATE_INFO" val="{&quot;ReferentInfo&quot;:{&quot;Id&quot;:&quot;22f7d0e2fc6540148a36099908562f0b;590ceab586f14f20999948c865f9646b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线型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22f7d0e2fc6540148a36099908562f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2*b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TYPE" val="b"/>
  <p:tag name="KSO_WM_UNIT_INDEX" val="1"/>
  <p:tag name="KSO_WM_UNIT_BLOCK" val="0"/>
  <p:tag name="KSO_WM_UNIT_SM_LIMIT_TYPE" val="2"/>
  <p:tag name="KSO_WM_UNIT_DEC_AREA_ID" val="590ceab586f14f20999948c865f9646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VALUE" val="49"/>
  <p:tag name="KSO_WM_UNIT_PRESET_TEXT" val="单击此处添加文本具体内容，简明扼要的阐述您的观点。"/>
  <p:tag name="KSO_WM_UNIT_TEXT_FILL_FORE_SCHEMECOLOR_INDEX_BRIGHTNESS" val="0"/>
  <p:tag name="KSO_WM_UNIT_TEXT_FILL_FORE_SCHEMECOLOR_INDEX" val="13"/>
  <p:tag name="KSO_WM_UNIT_TEXT_FILL_TYPE" val="1"/>
  <p:tag name="WM_BEAUTIFY_ZORDER_FLAG_TAG" val="3"/>
</p:tagLst>
</file>

<file path=ppt/tags/tag285.xml><?xml version="1.0" encoding="utf-8"?>
<p:tagLst xmlns:p="http://schemas.openxmlformats.org/presentationml/2006/main">
  <p:tag name="KSO_WM_UNIT_VALUE" val="1141*3384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7042_1*d*1"/>
  <p:tag name="KSO_WM_TEMPLATE_CATEGORY" val="diagram"/>
  <p:tag name="KSO_WM_TEMPLATE_INDEX" val="20217042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28dc7bc9224144baa61b83ee425b48c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UNIT_PICTURE_TOWARD" val="1"/>
  <p:tag name="KSO_WM_UNIT_PICTURE_DOCKSIDE" val="ct,lm,rm"/>
  <p:tag name="KSO_WM_ASSEMBLE_CHIP_INDEX" val="ddf0fc5c33844388b9929869edc73e87"/>
  <p:tag name="KSO_WM_UNIT_PLACING_PICTURE" val="ddf0fc5c33844388b9929869edc73e87"/>
  <p:tag name="KSO_WM_TEMPLATE_ASSEMBLE_XID" val="6065703f4054ed1e2fb8149d"/>
  <p:tag name="KSO_WM_TEMPLATE_ASSEMBLE_GROUPID" val="6065703f4054ed1e2fb8149d"/>
  <p:tag name="WM_BEAUTIFY_ZORDER_FLAG_TAG" val="4"/>
</p:tagLst>
</file>

<file path=ppt/tags/tag28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42_1*f*1"/>
  <p:tag name="KSO_WM_TEMPLATE_CATEGORY" val="diagram"/>
  <p:tag name="KSO_WM_TEMPLATE_INDEX" val="2021704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6"/>
  <p:tag name="KSO_WM_UNIT_SHOW_EDIT_AREA_INDICATION" val="1"/>
  <p:tag name="KSO_WM_CHIP_GROUPID" val="5e6b05596848fb12bee65ac8"/>
  <p:tag name="KSO_WM_CHIP_XID" val="5e6b05596848fb12bee65aca"/>
  <p:tag name="KSO_WM_UNIT_DEC_AREA_ID" val="1a5325fcee3e4486a11aaed1e1fc782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efe85023b48d4b8ca2fad89d5eb48ba6"/>
  <p:tag name="KSO_WM_UNIT_TEXT_FILL_FORE_SCHEMECOLOR_INDEX_BRIGHTNESS" val="0.25"/>
  <p:tag name="KSO_WM_UNIT_TEXT_FILL_FORE_SCHEMECOLOR_INDEX" val="13"/>
  <p:tag name="KSO_WM_UNIT_TEXT_FILL_TYPE" val="1"/>
  <p:tag name="KSO_WM_TEMPLATE_ASSEMBLE_XID" val="6065703f4054ed1e2fb8149d"/>
  <p:tag name="KSO_WM_TEMPLATE_ASSEMBLE_GROUPID" val="6065703f4054ed1e2fb8149d"/>
  <p:tag name="WM_BEAUTIFY_ZORDER_FLAG_TAG" val="5"/>
</p:tagLst>
</file>

<file path=ppt/tags/tag287.xml><?xml version="1.0" encoding="utf-8"?>
<p:tagLst xmlns:p="http://schemas.openxmlformats.org/presentationml/2006/main">
  <p:tag name="KSO_WM_SLIDE_ID" val="diagram20220058_2"/>
  <p:tag name="KSO_WM_TEMPLATE_SUBCATEGORY" val="25"/>
  <p:tag name="KSO_WM_TEMPLATE_MASTER_TYPE" val="0"/>
  <p:tag name="KSO_WM_TEMPLATE_COLOR_TYPE" val="0"/>
  <p:tag name="KSO_WM_SLIDE_ITEM_CNT" val="0"/>
  <p:tag name="KSO_WM_SLIDE_INDEX" val="2"/>
  <p:tag name="KSO_WM_TAG_VERSION" val="1.0"/>
  <p:tag name="KSO_WM_BEAUTIFY_FLAG" val="#wm#"/>
  <p:tag name="KSO_WM_TEMPLATE_CATEGORY" val="diagram"/>
  <p:tag name="KSO_WM_TEMPLATE_INDEX" val="20220058"/>
  <p:tag name="KSO_WM_SLIDE_LAYOUT" val="a_b_d"/>
  <p:tag name="KSO_WM_SLIDE_LAYOUT_CNT" val="1_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RATIO" val="1.777778"/>
  <p:tag name="KSO_WM_SLIDE_BACKGROUND" val="[&quot;general&quot;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31.1},&quot;minSize&quot;:{&quot;size1&quot;:17.8},&quot;normalSize&quot;:{&quot;size1&quot;:17.8},&quot;subLayout&quot;:[{&quot;id&quot;:&quot;2024-12-20T03:17:57&quot;,&quot;maxSize&quot;:{&quot;size1&quot;:100},&quot;minSize&quot;:{&quot;size1&quot;:61.7},&quot;normalSize&quot;:{&quot;size1&quot;:61.7},&quot;subLayout&quot;:[{&quot;id&quot;:&quot;2024-12-20T03:17:57&quot;,&quot;margin&quot;:{&quot;bottom&quot;:0,&quot;left&quot;:1.2699999809265137,&quot;right&quot;:1.2699999809265137,&quot;top&quot;:0.4230000376701355},&quot;type&quot;:0},{&quot;id&quot;:&quot;2024-12-20T03:17:57&quot;,&quot;margin&quot;:{&quot;bottom&quot;:0.025999998673796654,&quot;left&quot;:1.2699999809265137,&quot;right&quot;:1.2699999809265137,&quot;top&quot;:0.025999998673796654},&quot;type&quot;:0}]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BACKGROUND_TYPE" val="general"/>
  <p:tag name="KSO_WM_SLIDE_BK_DARK_LIGHT" val="2"/>
</p:tagLst>
</file>

<file path=ppt/tags/tag2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8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29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292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9420_7*l_h_f*1_1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9420_7*l_h_i*1_1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3"/>
  <p:tag name="KSO_WM_UNIT_ID" val="diagram20219420_7*l_h_i*1_1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19420_7*l_h_i*1_1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296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9420_7*l_h_f*1_2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9420_7*l_h_i*1_2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3"/>
  <p:tag name="KSO_WM_UNIT_ID" val="diagram20219420_7*l_h_i*1_2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9420_7*l_h_i*1_2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00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9420_7*l_h_f*1_3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19420_7*l_h_i*1_3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3"/>
  <p:tag name="KSO_WM_UNIT_ID" val="diagram20219420_7*l_h_i*1_3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19420_7*l_h_i*1_3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04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9420_7*l_h_f*1_4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19420_7*l_h_i*1_4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3"/>
  <p:tag name="KSO_WM_UNIT_ID" val="diagram20219420_7*l_h_i*1_4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19420_7*l_h_i*1_4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08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19420_7*l_h_f*1_5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19420_7*l_h_i*1_5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3"/>
  <p:tag name="KSO_WM_UNIT_ID" val="diagram20219420_7*l_h_i*1_5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19420_7*l_h_i*1_5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12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19420_7*l_h_f*1_6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19420_7*l_h_i*1_6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3"/>
  <p:tag name="KSO_WM_UNIT_ID" val="diagram20219420_7*l_h_i*1_6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diagram20219420_7*l_h_i*1_6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16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7_1"/>
  <p:tag name="KSO_WM_UNIT_ID" val="diagram20219420_7*l_h_f*1_7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7_1"/>
  <p:tag name="KSO_WM_UNIT_ID" val="diagram20219420_7*l_h_i*1_7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7_3"/>
  <p:tag name="KSO_WM_UNIT_ID" val="diagram20219420_7*l_h_i*1_7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7_2"/>
  <p:tag name="KSO_WM_UNIT_ID" val="diagram20219420_7*l_h_i*1_7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20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8_1"/>
  <p:tag name="KSO_WM_UNIT_ID" val="diagram20219420_7*l_h_f*1_8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36"/>
  <p:tag name="KSO_WM_UNIT_TEXT_FILL_FORE_SCHEMECOLOR_INDEX_BRIGHTNESS" val="0.15"/>
  <p:tag name="KSO_WM_UNIT_TEXT_FILL_FORE_SCHEMECOLOR_INDEX" val="13"/>
  <p:tag name="KSO_WM_UNIT_TEXT_FILL_TYPE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8_1"/>
  <p:tag name="KSO_WM_UNIT_ID" val="diagram20219420_7*l_h_i*1_8_1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8_3"/>
  <p:tag name="KSO_WM_UNIT_ID" val="diagram20219420_7*l_h_i*1_8_3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VALUE" val="16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8_2"/>
  <p:tag name="KSO_WM_UNIT_ID" val="diagram20219420_7*l_h_i*1_8_2"/>
  <p:tag name="KSO_WM_TEMPLATE_CATEGORY" val="diagram"/>
  <p:tag name="KSO_WM_TEMPLATE_INDEX" val="20219420"/>
  <p:tag name="KSO_WM_UNIT_LAYERLEVEL" val="1_1_1"/>
  <p:tag name="KSO_WM_TAG_VERSION" val="1.0"/>
  <p:tag name="KSO_WM_BEAUTIFY_FLAG" val="#wm#"/>
  <p:tag name="KSO_WM_CHIP_GROUPID" val="60bed534191caac4ef20244a"/>
  <p:tag name="KSO_WM_CHIP_XID" val="60bed534191caac4ef20244b"/>
  <p:tag name="KSO_WM_ASSEMBLE_CHIP_INDEX" val="480e75b9d0b34a3d82941089524af7df"/>
  <p:tag name="KSO_WM_UNIT_LINE_FORE_SCHEMECOLOR_INDEX_BRIGHTNESS" val="0"/>
  <p:tag name="KSO_WM_UNIT_LINE_FORE_SCHEMECOLOR_INDEX" val="5"/>
  <p:tag name="KSO_WM_UNIT_LINE_FILL_TYPE" val="2"/>
</p:tagLst>
</file>

<file path=ppt/tags/tag324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25.xml><?xml version="1.0" encoding="utf-8"?>
<p:tagLst xmlns:p="http://schemas.openxmlformats.org/presentationml/2006/main"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537_7*e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01"/>
  <p:tag name="KSO_WM_UNIT_TEXT_FILL_FORE_SCHEMECOLOR_INDEX_BRIGHTNESS" val="0"/>
  <p:tag name="KSO_WM_UNIT_TEXT_FILL_FORE_SCHEMECOLOR_INDEX" val="5"/>
  <p:tag name="KSO_WM_UNIT_TEXT_FILL_TYPE" val="1"/>
</p:tagLst>
</file>

<file path=ppt/tags/tag326.xml><?xml version="1.0" encoding="utf-8"?>
<p:tagLst xmlns:p="http://schemas.openxmlformats.org/presentationml/2006/main">
  <p:tag name="KSO_WM_UNIT_NOCLEAR" val="0"/>
  <p:tag name="KSO_WM_UNIT_SHOW_EDIT_AREA_INDICATION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7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7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</p:tagLst>
</file>

<file path=ppt/tags/tag328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7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329.xml><?xml version="1.0" encoding="utf-8"?>
<p:tagLst xmlns:p="http://schemas.openxmlformats.org/presentationml/2006/main">
  <p:tag name="KSO_WM_SLIDE_ID" val="custom20204537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537"/>
  <p:tag name="KSO_WM_SLIDE_LAYOUT" val="a_b_e"/>
  <p:tag name="KSO_WM_SLIDE_LAYOUT_CNT" val="1_1_1"/>
</p:tagLst>
</file>

<file path=ppt/tags/tag3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33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3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083_1*f*1"/>
  <p:tag name="KSO_WM_TEMPLATE_CATEGORY" val="diagram"/>
  <p:tag name="KSO_WM_TEMPLATE_INDEX" val="2021108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00"/>
  <p:tag name="KSO_WM_UNIT_SHOW_EDIT_AREA_INDICATION" val="1"/>
  <p:tag name="KSO_WM_CHIP_GROUPID" val="5e6b05596848fb12bee65ac8"/>
  <p:tag name="KSO_WM_CHIP_XID" val="5e6b05596848fb12bee65aca"/>
  <p:tag name="KSO_WM_UNIT_DEC_AREA_ID" val="70c8755b6f37472d840b2f40d7c25c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t&quot;,&quot;fill_mode&quot;:&quot;full&quot;,&quot;sacle_strategy&quot;:&quot;smart&quot;}"/>
  <p:tag name="KSO_WM_ASSEMBLE_CHIP_INDEX" val="078f4d704024496f9c40d775791a1fb9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b"/>
  <p:tag name="KSO_WM_TEMPLATE_ASSEMBLE_GROUPID" val="6130c4e08b5cc6c91112a57b"/>
  <p:tag name="WM_BEAUTIFY_ZORDER_FLAG_TAG" val="4"/>
</p:tagLst>
</file>

<file path=ppt/tags/tag335.xml><?xml version="1.0" encoding="utf-8"?>
<p:tagLst xmlns:p="http://schemas.openxmlformats.org/presentationml/2006/main">
  <p:tag name="KSO_WM_UNIT_VALUE" val="508*635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1083_1*d*1"/>
  <p:tag name="KSO_WM_TEMPLATE_CATEGORY" val="diagram"/>
  <p:tag name="KSO_WM_TEMPLATE_INDEX" val="20211083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7f42cde7938431285b9c7a82f7bb6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ecba67177d7944619af1f1e77c11ebbe"/>
  <p:tag name="KSO_WM_UNIT_PLACING_PICTURE" val="ecba67177d7944619af1f1e77c11ebbe"/>
  <p:tag name="KSO_WM_TEMPLATE_ASSEMBLE_XID" val="6130c4e08b5cc6c91112a57b"/>
  <p:tag name="KSO_WM_TEMPLATE_ASSEMBLE_GROUPID" val="6130c4e08b5cc6c91112a57b"/>
  <p:tag name="WM_BEAUTIFY_ZORDER_FLAG_TAG" val="5"/>
  <p:tag name="KSO_WM_UNIT_PLACING_PICTURE_USER_VIEWPORT" val="{&quot;height&quot;:4623.149606299213,&quot;width&quot;:4384.499212598425}"/>
</p:tagLst>
</file>

<file path=ppt/tags/tag336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41.xml><?xml version="1.0" encoding="utf-8"?>
<p:tagLst xmlns:p="http://schemas.openxmlformats.org/presentationml/2006/main">
  <p:tag name="KSO_WM_UNIT_VALUE" val="381*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12076_1*d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0977ddcfab942c1a8f957812c87e95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35fd9b56673148af8bc0933fa5977402"/>
  <p:tag name="KSO_WM_UNIT_PLACING_PICTURE" val="35fd9b56673148af8bc0933fa5977402"/>
  <p:tag name="KSO_WM_UNIT_SUPPORT_UNIT_TYPE" val="[&quot;d&quot;,&quot;α&quot;,&quot;β&quot;]"/>
  <p:tag name="KSO_WM_TEMPLATE_ASSEMBLE_XID" val="639af9840c9383becde695b2"/>
  <p:tag name="KSO_WM_TEMPLATE_ASSEMBLE_GROUPID" val="639af9840c9383becde695b2"/>
  <p:tag name="WM_BEAUTIFY_ZORDER_FLAG_TAG" val="4"/>
  <p:tag name="KSO_WM_UNIT_PLACING_PICTURE_USER_VIEWPORT" val="{&quot;height&quot;:7608,&quot;width&quot;:9496}"/>
</p:tagLst>
</file>

<file path=ppt/tags/tag34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076_1*f*1"/>
  <p:tag name="KSO_WM_TEMPLATE_CATEGORY" val="diagram"/>
  <p:tag name="KSO_WM_TEMPLATE_INDEX" val="2021207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40"/>
  <p:tag name="KSO_WM_UNIT_SHOW_EDIT_AREA_INDICATION" val="1"/>
  <p:tag name="KSO_WM_CHIP_GROUPID" val="5e6b05596848fb12bee65ac8"/>
  <p:tag name="KSO_WM_CHIP_XID" val="5e6b05596848fb12bee65aca"/>
  <p:tag name="KSO_WM_UNIT_DEC_AREA_ID" val="a44939a9ecde49c2b7ceab239baddf97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409b27c58b4941cea1b3fa7cc03b0257"/>
  <p:tag name="KSO_WM_UNIT_SUPPORT_UNIT_TYPE" val="[&quot;d&quot;,&quot;l&quot;,&quot;m&quot;,&quot;n&quot;,&quot;o&quot;,&quot;p&quot;,&quot;q&quot;,&quot;r&quot;,&quot;δ&quot;,&quot;ε&quot;,&quot;ζ&quot;,&quot;η&quot;,&quot;β&quot;,&quot;α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9af9840c9383becde695b2"/>
  <p:tag name="KSO_WM_TEMPLATE_ASSEMBLE_GROUPID" val="639af9840c9383becde695b2"/>
  <p:tag name="WM_BEAUTIFY_ZORDER_FLAG_TAG" val="5"/>
</p:tagLst>
</file>

<file path=ppt/tags/tag343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47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4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  <p:tag name="WM_BEAUTIFY_ZORDER_FLAG_TAG" val="3"/>
</p:tagLst>
</file>

<file path=ppt/tags/tag34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4"/>
</p:tagLst>
</file>

<file path=ppt/tags/tag35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5"/>
</p:tagLst>
</file>

<file path=ppt/tags/tag35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6"/>
</p:tagLst>
</file>

<file path=ppt/tags/tag35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7"/>
</p:tagLst>
</file>

<file path=ppt/tags/tag35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  <p:tag name="WM_BEAUTIFY_ZORDER_FLAG_TAG" val="8"/>
</p:tagLst>
</file>

<file path=ppt/tags/tag354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58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5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3"/>
</p:tagLst>
</file>

<file path=ppt/tags/tag360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6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10821_1*l_h_i*1_1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66.xml><?xml version="1.0" encoding="utf-8"?>
<p:tagLst xmlns:p="http://schemas.openxmlformats.org/presentationml/2006/main">
  <p:tag name="KSO_WM_UNIT_ICON_FILEID" val="3100597"/>
  <p:tag name="KSO_WM_UNIT_ICON_STYLE" val="1"/>
  <p:tag name="KSO_WM_UNIT_VALUE" val="54*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10821_1*l_h_x*1_1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67.xml><?xml version="1.0" encoding="utf-8"?>
<p:tagLst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10821_1*l_h_a*1_1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10821_1*l_h_i*1_2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69.xml><?xml version="1.0" encoding="utf-8"?>
<p:tagLst xmlns:p="http://schemas.openxmlformats.org/presentationml/2006/main">
  <p:tag name="KSO_WM_UNIT_ICON_FILEID" val="3100594"/>
  <p:tag name="KSO_WM_UNIT_ICON_STYLE" val="1"/>
  <p:tag name="KSO_WM_UNIT_VALUE" val="54*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10821_1*l_h_x*1_2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0.xml><?xml version="1.0" encoding="utf-8"?>
<p:tagLst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10821_1*l_h_a*1_2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10821_1*l_h_i*1_3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2.xml><?xml version="1.0" encoding="utf-8"?>
<p:tagLst xmlns:p="http://schemas.openxmlformats.org/presentationml/2006/main">
  <p:tag name="KSO_WM_UNIT_ICON_FILEID" val="3100615"/>
  <p:tag name="KSO_WM_UNIT_ICON_STYLE" val="1"/>
  <p:tag name="KSO_WM_UNIT_VALUE" val="54*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10821_1*l_h_x*1_3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3.xml><?xml version="1.0" encoding="utf-8"?>
<p:tagLst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10821_1*l_h_a*1_3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10821_1*l_h_i*1_4_2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5.xml><?xml version="1.0" encoding="utf-8"?>
<p:tagLst xmlns:p="http://schemas.openxmlformats.org/presentationml/2006/main">
  <p:tag name="KSO_WM_UNIT_ICON_FILEID" val="3100136"/>
  <p:tag name="KSO_WM_UNIT_ICON_STYLE" val="1"/>
  <p:tag name="KSO_WM_UNIT_VALUE" val="52*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10821_1*l_h_x*1_4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6.xml><?xml version="1.0" encoding="utf-8"?>
<p:tagLst xmlns:p="http://schemas.openxmlformats.org/presentationml/2006/main"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&#13;您的正文已经经简明扼要，字字珠玑，但信息却千丝万缕、错综复杂，需要用更多的文字来表述；但请您尽可能提炼思想的精髓，否则容易造成观者的阅读压力，适得其反。当您的正文内容到达这个限度时，或许已经不纯粹作用于演示，极大可能运用于阅读领域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0821_1*l_h_f*1_4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7.xml><?xml version="1.0" encoding="utf-8"?>
<p:tagLst xmlns:p="http://schemas.openxmlformats.org/presentationml/2006/main">
  <p:tag name="KSO_WM_UNIT_ISCONTENTSTITLE" val="0"/>
  <p:tag name="KSO_WM_UNIT_ISNUMDGMTITLE" val="0"/>
  <p:tag name="KSO_WM_UNIT_PRESET_TEXT" val="点击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10821_1*l_h_a*1_4_1"/>
  <p:tag name="KSO_WM_TEMPLATE_CATEGORY" val="diagram"/>
  <p:tag name="KSO_WM_TEMPLATE_INDEX" val="20210821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VIRTUALLY_FRAME" val="{&quot;height&quot;:444.7,&quot;left&quot;:64.7,&quot;top&quot;:74.85,&quot;width&quot;:967}"/>
</p:tagLst>
</file>

<file path=ppt/tags/tag378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79.xml><?xml version="1.0" encoding="utf-8"?>
<p:tagLst xmlns:p="http://schemas.openxmlformats.org/presentationml/2006/main"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537_7*e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01"/>
  <p:tag name="KSO_WM_UNIT_TEXT_FILL_FORE_SCHEMECOLOR_INDEX_BRIGHTNESS" val="0"/>
  <p:tag name="KSO_WM_UNIT_TEXT_FILL_FORE_SCHEMECOLOR_INDEX" val="5"/>
  <p:tag name="KSO_WM_UNIT_TEXT_FILL_TYPE" val="1"/>
</p:tagLst>
</file>

<file path=ppt/tags/tag380.xml><?xml version="1.0" encoding="utf-8"?>
<p:tagLst xmlns:p="http://schemas.openxmlformats.org/presentationml/2006/main">
  <p:tag name="KSO_WM_UNIT_NOCLEAR" val="0"/>
  <p:tag name="KSO_WM_UNIT_SHOW_EDIT_AREA_INDICATION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7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7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</p:tagLst>
</file>

<file path=ppt/tags/tag382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7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383.xml><?xml version="1.0" encoding="utf-8"?>
<p:tagLst xmlns:p="http://schemas.openxmlformats.org/presentationml/2006/main">
  <p:tag name="KSO_WM_SLIDE_ID" val="custom20204537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537"/>
  <p:tag name="KSO_WM_SLIDE_LAYOUT" val="a_b_e"/>
  <p:tag name="KSO_WM_SLIDE_LAYOUT_CNT" val="1_1_1"/>
</p:tagLst>
</file>

<file path=ppt/tags/tag3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87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8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  <p:tag name="WM_BEAUTIFY_ZORDER_FLAG_TAG" val="3"/>
</p:tagLst>
</file>

<file path=ppt/tags/tag38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4"/>
</p:tagLst>
</file>

<file path=ppt/tags/tag39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5"/>
</p:tagLst>
</file>

<file path=ppt/tags/tag39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6"/>
</p:tagLst>
</file>

<file path=ppt/tags/tag39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7"/>
</p:tagLst>
</file>

<file path=ppt/tags/tag39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  <p:tag name="WM_BEAUTIFY_ZORDER_FLAG_TAG" val="8"/>
</p:tagLst>
</file>

<file path=ppt/tags/tag394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3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398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39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1"/>
  <p:tag name="KSO_WM_TEMPLATE_CATEGORY" val="diagram"/>
  <p:tag name="KSO_WM_TEMPLATE_INDEX" val="2020860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2"/>
  <p:tag name="KSO_WM_UNIT_DEC_AREA_ID" val="e352ecb8f5b840f19a3cb857467d0e4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864"/>
  <p:tag name="KSO_WM_TEMPLATE_ASSEMBLE_XID" val="60656e7a4054ed1e2fb7f9a0"/>
  <p:tag name="KSO_WM_TEMPLATE_ASSEMBLE_GROUPID" val="60656e7a4054ed1e2fb7f9a0"/>
  <p:tag name="WM_BEAUTIFY_ZORDER_FLAG_TAG" val="3"/>
</p:tagLst>
</file>

<file path=ppt/tags/tag40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2"/>
  <p:tag name="KSO_WM_TEMPLATE_CATEGORY" val="diagram"/>
  <p:tag name="KSO_WM_TEMPLATE_INDEX" val="20208604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65248d0e2eac4a16859a1c0559d33ac9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4"/>
</p:tagLst>
</file>

<file path=ppt/tags/tag40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3"/>
  <p:tag name="KSO_WM_TEMPLATE_CATEGORY" val="diagram"/>
  <p:tag name="KSO_WM_TEMPLATE_INDEX" val="20208604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d26b32aaa4d84b0dbd1030a6cabd7a68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5"/>
</p:tagLst>
</file>

<file path=ppt/tags/tag40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4"/>
  <p:tag name="KSO_WM_TEMPLATE_CATEGORY" val="diagram"/>
  <p:tag name="KSO_WM_TEMPLATE_INDEX" val="2020860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808fb1adb4d744cc9d369074d0507e4f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6"/>
</p:tagLst>
</file>

<file path=ppt/tags/tag40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208604_1*i*5"/>
  <p:tag name="KSO_WM_TEMPLATE_CATEGORY" val="diagram"/>
  <p:tag name="KSO_WM_TEMPLATE_INDEX" val="20208604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BLOCK" val="0"/>
  <p:tag name="KSO_WM_UNIT_SM_LIMIT_TYPE" val="1"/>
  <p:tag name="KSO_WM_UNIT_DEC_AREA_ID" val="060ccbb9a83241f2a52575c4e4f76136"/>
  <p:tag name="KSO_WM_UNIT_DECORATE_INFO" val="{&quot;ReferentInfo&quot;:{&quot;Id&quot;:&quot;slide&quot;,&quot;X&quot;:{&quot;Pos&quot;:1},&quot;Y&quot;:{&quot;Pos&quot;:1}},&quot;DecorateInfoX&quot;:{&quot;Pos&quot;:1,&quot;IsAbs&quot;:true},&quot;DecorateInfoY&quot;:{&quot;Pos&quot;:1,&quot;IsAbs&quot;:true},&quot;DecorateInfoW&quot;:{&quot;IsAbs&quot;:true},&quot;DecorateInfoH&quot;:{&quot;IsAbs&quot;:true},&quot;whChangeMode&quot;:0}"/>
  <p:tag name="KSO_WM_CHIP_GROUPID" val="5ef20c07a491bb0086638b14"/>
  <p:tag name="KSO_WM_CHIP_XID" val="5ef20c07a491bb0086638b15"/>
  <p:tag name="KSO_WM_UNIT_LINE_FORE_SCHEMECOLOR_INDEX_BRIGHTNESS" val="0"/>
  <p:tag name="KSO_WM_UNIT_LINE_FORE_SCHEMECOLOR_INDEX" val="10"/>
  <p:tag name="KSO_WM_UNIT_LINE_FILL_TYPE" val="2"/>
  <p:tag name="KSO_WM_TEMPLATE_ASSEMBLE_XID" val="60656e7a4054ed1e2fb7f9a0"/>
  <p:tag name="KSO_WM_TEMPLATE_ASSEMBLE_GROUPID" val="60656e7a4054ed1e2fb7f9a0"/>
  <p:tag name="WM_BEAUTIFY_ZORDER_FLAG_TAG" val="7"/>
</p:tagLst>
</file>

<file path=ppt/tags/tag40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604_1*f*1"/>
  <p:tag name="KSO_WM_TEMPLATE_CATEGORY" val="diagram"/>
  <p:tag name="KSO_WM_TEMPLATE_INDEX" val="20208604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88"/>
  <p:tag name="KSO_WM_UNIT_SHOW_EDIT_AREA_INDICATION" val="1"/>
  <p:tag name="KSO_WM_CHIP_GROUPID" val="5e6b05596848fb12bee65ac8"/>
  <p:tag name="KSO_WM_CHIP_XID" val="5e6b05596848fb12bee65aca"/>
  <p:tag name="KSO_WM_UNIT_DEC_AREA_ID" val="5557aaf2e9bc4b2499ccf5d271336ab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ff7d2160ef064691979e787d147d2e4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e7a4054ed1e2fb7f9a0"/>
  <p:tag name="KSO_WM_TEMPLATE_ASSEMBLE_GROUPID" val="60656e7a4054ed1e2fb7f9a0"/>
  <p:tag name="WM_BEAUTIFY_ZORDER_FLAG_TAG" val="8"/>
</p:tagLst>
</file>

<file path=ppt/tags/tag405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4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409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41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411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4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41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41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3"/>
</p:tagLst>
</file>

<file path=ppt/tags/tag417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4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42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42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，页面简洁易读。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单击此处添加正文，文字是您思想的提炼，为了演示发布的良好效果，请言简意赅的阐述您的观点。您的内容已经简明扼要，字字珠玑，但信息却千丝万缕、错综复杂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843_1*f*1"/>
  <p:tag name="KSO_WM_TEMPLATE_CATEGORY" val="diagram"/>
  <p:tag name="KSO_WM_TEMPLATE_INDEX" val="202128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576"/>
  <p:tag name="KSO_WM_UNIT_SHOW_EDIT_AREA_INDICATION" val="1"/>
  <p:tag name="KSO_WM_CHIP_GROUPID" val="5e6b05596848fb12bee65ac8"/>
  <p:tag name="KSO_WM_CHIP_XID" val="5e6b05596848fb12bee65aca"/>
  <p:tag name="KSO_WM_UNIT_DEC_AREA_ID" val="8cb1ccbfd41a4f08aa021a2337e676d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3f115901fe44f3787d5c3752471e8b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644054ed1e2fb8092e"/>
  <p:tag name="KSO_WM_TEMPLATE_ASSEMBLE_GROUPID" val="60656f644054ed1e2fb8092e"/>
  <p:tag name="WM_BEAUTIFY_ZORDER_FLAG_TAG" val="3"/>
</p:tagLst>
</file>

<file path=ppt/tags/tag423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424.xml><?xml version="1.0" encoding="utf-8"?>
<p:tagLst xmlns:p="http://schemas.openxmlformats.org/presentationml/2006/main"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537_7*e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01"/>
  <p:tag name="KSO_WM_UNIT_TEXT_FILL_FORE_SCHEMECOLOR_INDEX_BRIGHTNESS" val="0"/>
  <p:tag name="KSO_WM_UNIT_TEXT_FILL_FORE_SCHEMECOLOR_INDEX" val="5"/>
  <p:tag name="KSO_WM_UNIT_TEXT_FILL_TYPE" val="1"/>
</p:tagLst>
</file>

<file path=ppt/tags/tag425.xml><?xml version="1.0" encoding="utf-8"?>
<p:tagLst xmlns:p="http://schemas.openxmlformats.org/presentationml/2006/main">
  <p:tag name="KSO_WM_UNIT_NOCLEAR" val="0"/>
  <p:tag name="KSO_WM_UNIT_SHOW_EDIT_AREA_INDICATION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7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7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</p:tagLst>
</file>

<file path=ppt/tags/tag427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7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428.xml><?xml version="1.0" encoding="utf-8"?>
<p:tagLst xmlns:p="http://schemas.openxmlformats.org/presentationml/2006/main">
  <p:tag name="KSO_WM_SLIDE_ID" val="custom20204537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537"/>
  <p:tag name="KSO_WM_SLIDE_LAYOUT" val="a_b_e"/>
  <p:tag name="KSO_WM_SLIDE_LAYOUT_CNT" val="1_1_1"/>
</p:tagLst>
</file>

<file path=ppt/tags/tag4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  <p:tag name="WM_BEAUTIFY_ZORDER_FLAG_TAG" val="1"/>
</p:tagLst>
</file>

<file path=ppt/tags/tag432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  <p:tag name="WM_BEAUTIFY_ZORDER_FLAG_TAG" val="2"/>
</p:tagLst>
</file>

<file path=ppt/tags/tag43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7315_1*f*1"/>
  <p:tag name="KSO_WM_TEMPLATE_CATEGORY" val="diagram"/>
  <p:tag name="KSO_WM_TEMPLATE_INDEX" val="20207315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90"/>
  <p:tag name="KSO_WM_UNIT_SHOW_EDIT_AREA_INDICATION" val="1"/>
  <p:tag name="KSO_WM_CHIP_GROUPID" val="5e6b05596848fb12bee65ac8"/>
  <p:tag name="KSO_WM_CHIP_XID" val="5e6b05596848fb12bee65aca"/>
  <p:tag name="KSO_WM_UNIT_DEC_AREA_ID" val="3462bde237c543c58b90892aede91ea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dc8ab5172452436899286f2808371cac"/>
  <p:tag name="KSO_WM_UNIT_TEXT_FILL_FORE_SCHEMECOLOR_INDEX_BRIGHTNESS" val="0.25"/>
  <p:tag name="KSO_WM_UNIT_TEXT_FILL_FORE_SCHEMECOLOR_INDEX" val="13"/>
  <p:tag name="KSO_WM_UNIT_TEXT_FILL_TYPE" val="1"/>
  <p:tag name="KSO_WM_TEMPLATE_ASSEMBLE_XID" val="6130c4e08b5cc6c91112a571"/>
  <p:tag name="KSO_WM_TEMPLATE_ASSEMBLE_GROUPID" val="6130c4e08b5cc6c91112a571"/>
  <p:tag name="WM_BEAUTIFY_ZORDER_FLAG_TAG" val="4"/>
</p:tagLst>
</file>

<file path=ppt/tags/tag434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2-20T03:17:57&quot;,&quot;maxSize&quot;:{&quot;size1&quot;:20},&quot;minSize&quot;:{&quot;size1&quot;:11.2},&quot;normalSize&quot;:{&quot;size1&quot;:11.2},&quot;subLayout&quot;:[{&quot;id&quot;:&quot;2024-12-20T03:17:57&quot;,&quot;margin&quot;:{&quot;bottom&quot;:0.025999998673796654,&quot;left&quot;:1.2699999809265137,&quot;right&quot;:1.2699999809265137,&quot;top&quot;:0.4230000376701355},&quot;type&quot;:0},{&quot;id&quot;:&quot;2024-12-20T03:17:57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ACKGROUND_TYPE" val="general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4537_37*i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04537_37*i*2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202X"/>
  <p:tag name="KSO_WM_UNIT_TEXT_FILL_FORE_SCHEMECOLOR_INDEX_BRIGHTNESS" val="0"/>
  <p:tag name="KSO_WM_UNIT_TEXT_FILL_FORE_SCHEMECOLOR_INDEX" val="14"/>
  <p:tag name="KSO_WM_UNIT_TEXT_FILL_TYPE" val="1"/>
</p:tagLst>
</file>

<file path=ppt/tags/tag437.xml><?xml version="1.0" encoding="utf-8"?>
<p:tagLst xmlns:p="http://schemas.openxmlformats.org/presentationml/2006/main">
  <p:tag name="KSO_WM_UNIT_ISCONTENTS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537_37*a*1"/>
  <p:tag name="KSO_WM_TEMPLATE_CATEGORY" val="custom"/>
  <p:tag name="KSO_WM_TEMPLATE_INDEX" val="20204537"/>
  <p:tag name="KSO_WM_UNIT_LAYERLEVEL" val="1"/>
  <p:tag name="KSO_WM_TAG_VERSION" val="1.0"/>
  <p:tag name="KSO_WM_BEAUTIFY_FLAG" val="#wm#"/>
  <p:tag name="KSO_WM_UNIT_PRESET_TEXT" val="谢谢聆听"/>
  <p:tag name="KSO_WM_UNIT_ISNUMDGMTITLE" val="0"/>
  <p:tag name="KSO_WM_UNIT_TEXT_FILL_FORE_SCHEMECOLOR_INDEX_BRIGHTNESS" val="0"/>
  <p:tag name="KSO_WM_UNIT_TEXT_FILL_FORE_SCHEMECOLOR_INDEX" val="13"/>
  <p:tag name="KSO_WM_UNIT_TEXT_FILL_TYPE" val="1"/>
</p:tagLst>
</file>

<file path=ppt/tags/tag438.xml><?xml version="1.0" encoding="utf-8"?>
<p:tagLst xmlns:p="http://schemas.openxmlformats.org/presentationml/2006/main">
  <p:tag name="KSO_WM_SLIDE_ID" val="custom20204537_37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37"/>
  <p:tag name="KSO_WM_TAG_VERSION" val="1.0"/>
  <p:tag name="KSO_WM_BEAUTIFY_FLAG" val="#wm#"/>
  <p:tag name="KSO_WM_TEMPLATE_CATEGORY" val="custom"/>
  <p:tag name="KSO_WM_TEMPLATE_INDEX" val="20204537"/>
  <p:tag name="KSO_WM_SLIDE_LAYOUT" val="a_b"/>
  <p:tag name="KSO_WM_SLIDE_LAYOUT_CNT" val="1_1"/>
</p:tagLst>
</file>

<file path=ppt/tags/tag439.xml><?xml version="1.0" encoding="utf-8"?>
<p:tagLst xmlns:p="http://schemas.openxmlformats.org/presentationml/2006/main">
  <p:tag name="commondata" val="eyJoZGlkIjoiYTBiZTNiNmI2ZWM4YTIzMzY2ZmFhNTVhNzQyY2U4Mz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9EDF0"/>
      </a:dk2>
      <a:lt2>
        <a:srgbClr val="FBFCFC"/>
      </a:lt2>
      <a:accent1>
        <a:srgbClr val="1F4E78"/>
      </a:accent1>
      <a:accent2>
        <a:srgbClr val="10646A"/>
      </a:accent2>
      <a:accent3>
        <a:srgbClr val="21653B"/>
      </a:accent3>
      <a:accent4>
        <a:srgbClr val="5D6921"/>
      </a:accent4>
      <a:accent5>
        <a:srgbClr val="5F2D11"/>
      </a:accent5>
      <a:accent6>
        <a:srgbClr val="8C2426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4058</Words>
  <Application>WPS 演示</Application>
  <PresentationFormat>宽屏</PresentationFormat>
  <Paragraphs>217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汉仪旗黑-85S</vt:lpstr>
      <vt:lpstr>黑体</vt:lpstr>
      <vt:lpstr>汉仪旗黑-85S</vt:lpstr>
      <vt:lpstr>Segoe UI</vt:lpstr>
      <vt:lpstr>Arial Unicode MS</vt:lpstr>
      <vt:lpstr>Arial Black</vt:lpstr>
      <vt:lpstr>Calibri</vt:lpstr>
      <vt:lpstr>Office 主题​​</vt:lpstr>
      <vt:lpstr>1_Office 主题​​</vt:lpstr>
      <vt:lpstr>1.游戏介绍</vt:lpstr>
      <vt:lpstr>PowerPoint 演示文稿</vt:lpstr>
      <vt:lpstr>PowerPoint 演示文稿</vt:lpstr>
      <vt:lpstr>游戏介绍</vt:lpstr>
      <vt:lpstr>PowerPoint 演示文稿</vt:lpstr>
      <vt:lpstr>游戏设计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游戏实现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总结与感悟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参考资料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王瀚森(2024013325)</cp:lastModifiedBy>
  <cp:revision>3</cp:revision>
  <dcterms:created xsi:type="dcterms:W3CDTF">2024-12-19T19:20:00Z</dcterms:created>
  <dcterms:modified xsi:type="dcterms:W3CDTF">2024-12-19T19:30:09Z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/>
  </property>
</Properties>
</file>